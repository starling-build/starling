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notesMasterIdLst>
    <p:notesMasterId r:id="rIdNM"/>
  </p:notesMasterIdLst>
  <p:sldIdLst>
    <p:sldId id="256" r:id="rIdS1"/>
    <p:sldId id="257" r:id="rIdS2"/>
    <p:sldId id="258" r:id="rIdS3"/>
    <p:sldId id="259" r:id="rIdS4"/>
    <p:sldId id="260" r:id="rIdS5"/>
    <p:sldId id="261" r:id="rIdS6"/>
  </p:sldIdLst>
  <p:sldSz cx="5715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PP" Type="http://schemas.openxmlformats.org/officeDocument/2006/relationships/presProps" Target="presProps.xml"/><Relationship Id="rIdVP" Type="http://schemas.openxmlformats.org/officeDocument/2006/relationships/viewProps" Target="viewProps.xml"/><Relationship Id="rIdTS" Type="http://schemas.openxmlformats.org/officeDocument/2006/relationships/tableStyles" Target="tableStyles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714375" y="1496907"/>
            <a:ext cx="4286250" cy="3183467"/>
          </a:xfrm>
        </p:spPr>
        <p:txBody>
          <a:bodyPr anchor="b">
            <a:normAutofit/>
          </a:bodyPr>
          <a:lstStyle>
            <a:lvl1pPr algn="ctr"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714375" y="4802293"/>
            <a:ext cx="4286250" cy="2208107"/>
          </a:xfrm>
        </p:spPr>
        <p:txBody>
          <a:bodyPr anchor="t">
            <a:normAutofit/>
          </a:bodyPr>
          <a:lstStyle>
            <a:lvl1pPr algn="ctr" marL="0" indent="0">
              <a:buNone/>
              <a:defRPr sz="24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906" y="2434167"/>
            <a:ext cx="4929188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9930" y="2279227"/>
            <a:ext cx="4929188" cy="3803227"/>
          </a:xfrm>
        </p:spPr>
        <p:txBody>
          <a:bodyPr anchor="b">
            <a:normAutofit/>
          </a:bodyPr>
          <a:lstStyle>
            <a:lvl1pPr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930" y="6119707"/>
            <a:ext cx="4929188" cy="199982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Left Placeholder 2"/>
          <p:cNvSpPr>
            <a:spLocks noGrp="1"/>
          </p:cNvSpPr>
          <p:nvPr>
            <p:ph idx="1"/>
          </p:nvPr>
        </p:nvSpPr>
        <p:spPr>
          <a:xfrm>
            <a:off x="392906" y="2434167"/>
            <a:ext cx="2428875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Right Placeholder 3"/>
          <p:cNvSpPr>
            <a:spLocks noGrp="1"/>
          </p:cNvSpPr>
          <p:nvPr>
            <p:ph idx="2"/>
          </p:nvPr>
        </p:nvSpPr>
        <p:spPr>
          <a:xfrm>
            <a:off x="2893219" y="2434167"/>
            <a:ext cx="2428875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502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Heading Left Placeholder 2"/>
          <p:cNvSpPr>
            <a:spLocks noGrp="1"/>
          </p:cNvSpPr>
          <p:nvPr>
            <p:ph type="body" idx="1"/>
          </p:nvPr>
        </p:nvSpPr>
        <p:spPr>
          <a:xfrm>
            <a:off x="393502" y="2241973"/>
            <a:ext cx="2417564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Left Placeholder 3"/>
          <p:cNvSpPr>
            <a:spLocks noGrp="1"/>
          </p:cNvSpPr>
          <p:nvPr>
            <p:ph idx="2"/>
          </p:nvPr>
        </p:nvSpPr>
        <p:spPr>
          <a:xfrm>
            <a:off x="393502" y="3340947"/>
            <a:ext cx="2417564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Heading Right Placeholder 4"/>
          <p:cNvSpPr>
            <a:spLocks noGrp="1"/>
          </p:cNvSpPr>
          <p:nvPr>
            <p:ph type="body" idx="3"/>
          </p:nvPr>
        </p:nvSpPr>
        <p:spPr>
          <a:xfrm>
            <a:off x="2893219" y="2241973"/>
            <a:ext cx="2429470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6" name="Content Right Placeholder 5"/>
          <p:cNvSpPr>
            <a:spLocks noGrp="1"/>
          </p:cNvSpPr>
          <p:nvPr>
            <p:ph idx="4"/>
          </p:nvPr>
        </p:nvSpPr>
        <p:spPr>
          <a:xfrm>
            <a:off x="2893219" y="3340947"/>
            <a:ext cx="2429470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Relationship Id="rIdL1" Type="http://schemas.openxmlformats.org/officeDocument/2006/relationships/slideLayout" Target="../slideLayouts/slideLayout1.xml"/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92906" y="2434167"/>
            <a:ext cx="4929188" cy="5801360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  <p:sldLayoutId id="2147483650" r:id="rIdL2"/>
    <p:sldLayoutId id="2147483651" r:id="rIdL3"/>
    <p:sldLayoutId id="2147483652" r:id="rIdL4"/>
    <p:sldLayoutId id="2147483653" r:id="rIdL5"/>
    <p:sldLayoutId id="2147483654" r:id="rIdL6"/>
    <p:sldLayoutId id="2147483655" r:id="rIdL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406400" y="508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STARLING DESKTOP / OPEN SOURCE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406400" y="1397000"/>
            <a:ext cx="49022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One desktop.</a:t>
            </a:r>
          </a:p>
          <a:p>
            <a:pPr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Many possibilities.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406400" y="3556000"/>
            <a:ext cx="49022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100" b="0">
                <a:solidFill>
                  <a:srgbClr val="CCE4D9"/>
                </a:solidFill>
                <a:latin typeface="Calibri"/>
              </a:rPr>
              <a:t>A fast, native home for your apps.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CCE4D9"/>
                </a:solidFill>
                <a:latin typeface="Calibri"/>
              </a:rPr>
              <a:t>Built-in tools. Agent workspaces.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CCE4D9"/>
                </a:solidFill>
                <a:latin typeface="Calibri"/>
              </a:rPr>
              <a:t>Room to explore.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406400" y="5715000"/>
            <a:ext cx="4902200" cy="660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660400" y="58928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NATIVE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406400" y="6527800"/>
            <a:ext cx="4902200" cy="660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660400" y="67056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APPS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406400" y="7340600"/>
            <a:ext cx="4902200" cy="660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660400" y="75184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WORKSPACES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406400" y="8509000"/>
            <a:ext cx="4902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CE4D9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406400" y="508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83A2D"/>
                </a:solidFill>
                <a:latin typeface="Calibri"/>
              </a:rPr>
              <a:t>01 / A SHARED FOUNDATION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406400" y="1397000"/>
            <a:ext cx="49022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One program.</a:t>
            </a:r>
          </a:p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Every window.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406400" y="3556000"/>
            <a:ext cx="49022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Dock, menus and windows in one widget tree.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Compiled Swift. GPU rendering.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A desktop built on the Starling SDK.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406400" y="57150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660400" y="58928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WINDOWS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406400" y="65278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660400" y="67056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MENUS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406400" y="73406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660400" y="75184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DOCK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406400" y="8509000"/>
            <a:ext cx="4902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406400" y="508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83A2D"/>
                </a:solidFill>
                <a:latin typeface="Calibri"/>
              </a:rPr>
              <a:t>02 / YOUR EVERYDAY TOOLS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406400" y="1397000"/>
            <a:ext cx="49022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Real apps.</a:t>
            </a:r>
          </a:p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Real work.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406400" y="3556000"/>
            <a:ext cx="49022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Native Wayland and X11 support.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Chrome, VS Code and your Linux apps.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Files, Terminal, Settings and an App Store.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406400" y="57150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660400" y="58928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FILES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406400" y="65278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660400" y="67056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TERMINAL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406400" y="73406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660400" y="75184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APP STORE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406400" y="8509000"/>
            <a:ext cx="4902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406400" y="508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83A2D"/>
                </a:solidFill>
                <a:latin typeface="Calibri"/>
              </a:rPr>
              <a:t>03 / AGENT WORKSPACES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406400" y="1397000"/>
            <a:ext cx="49022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Watch it work.</a:t>
            </a:r>
          </a:p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Step in anytime.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406400" y="3556000"/>
            <a:ext cx="49022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Give an agent a dedicated workspace.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The apps it opens stay beside its terminal.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Watch the work. Take over when you need to.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406400" y="57150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660400" y="58928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WORKSPACE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406400" y="65278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660400" y="67056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AGENT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406400" y="73406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660400" y="75184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LIVE APPS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406400" y="8509000"/>
            <a:ext cx="4902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406400" y="508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83A2D"/>
                </a:solidFill>
                <a:latin typeface="Calibri"/>
              </a:rPr>
              <a:t>04 / MORE WAYS TO WORK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406400" y="1397000"/>
            <a:ext cx="49022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Your desktop.</a:t>
            </a:r>
          </a:p>
          <a:p>
            <a:pPr>
              <a:lnSpc>
                <a:spcPct val="100000"/>
              </a:lnSpc>
            </a:pPr>
            <a:r>
              <a:rPr sz="4600" b="1">
                <a:solidFill>
                  <a:srgbClr val="183A2D"/>
                </a:solidFill>
                <a:latin typeface="Calibri"/>
              </a:rPr>
              <a:t>Your perspective.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406400" y="3556000"/>
            <a:ext cx="49022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Start with the familiar 2D desktop.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Explore a living 3D city.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52685F"/>
                </a:solidFill>
                <a:latin typeface="Calibri"/>
              </a:rPr>
              <a:t>Two views are part of a much bigger desktop.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406400" y="57150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660400" y="58928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2D DESKTOP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406400" y="65278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660400" y="67056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3D CITY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406400" y="7340600"/>
            <a:ext cx="49022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660400" y="75184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83A2D"/>
                </a:solidFill>
                <a:latin typeface="Calibri"/>
              </a:rPr>
              <a:t>YOUR APPS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406400" y="8509000"/>
            <a:ext cx="4902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406400" y="508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05 / GET STARLING DESKTOP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406400" y="1397000"/>
            <a:ext cx="49022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Built in the open.</a:t>
            </a:r>
          </a:p>
          <a:p>
            <a:pPr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Yours to explore.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406400" y="3556000"/>
            <a:ext cx="49022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100" b="0">
                <a:solidFill>
                  <a:srgbClr val="CCE4D9"/>
                </a:solidFill>
                <a:latin typeface="Calibri"/>
              </a:rPr>
              <a:t>An early preview for Ubuntu.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CCE4D9"/>
                </a:solidFill>
                <a:latin typeface="Calibri"/>
              </a:rPr>
              <a:t>Windows through WSL2.</a:t>
            </a:r>
          </a:p>
          <a:p>
            <a:pPr>
              <a:lnSpc>
                <a:spcPct val="100000"/>
              </a:lnSpc>
            </a:pPr>
            <a:r>
              <a:rPr sz="2100" b="0">
                <a:solidFill>
                  <a:srgbClr val="CCE4D9"/>
                </a:solidFill>
                <a:latin typeface="Calibri"/>
              </a:rPr>
              <a:t>Free to use. Open source. Apache 2.0.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406400" y="5715000"/>
            <a:ext cx="4902200" cy="660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660400" y="58928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USE IT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406400" y="6527800"/>
            <a:ext cx="4902200" cy="660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660400" y="67056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STUDY IT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406400" y="7340600"/>
            <a:ext cx="4902200" cy="660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660400" y="75184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BUILD ON IT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406400" y="8509000"/>
            <a:ext cx="4902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CE4D9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Starling Slides</Application>
  <Slides>6</Slides>
  <PresentationFormat>On-screen Show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2026-10-07T22:59:21Z</dcterms:created>
  <dcterms:modified xsi:type="dcterms:W3CDTF">2026-10-07T22:59:21Z</dcterms:modified>
</cp:coreProperties>
</file>