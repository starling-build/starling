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"/>
  </p:sldMasterIdLst>
  <p:notesMasterIdLst>
    <p:notesMasterId r:id="rIdNM"/>
  </p:notesMasterIdLst>
  <p:sldIdLst>
    <p:sldId id="256" r:id="rIdS1"/>
    <p:sldId id="257" r:id="rIdS2"/>
    <p:sldId id="258" r:id="rIdS3"/>
    <p:sldId id="259" r:id="rIdS4"/>
    <p:sldId id="260" r:id="rIdS5"/>
    <p:sldId id="261" r:id="rIdS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M" Type="http://schemas.openxmlformats.org/officeDocument/2006/relationships/slideMaster" Target="slideMasters/slideMaster1.xml"/><Relationship Id="rIdNM" Type="http://schemas.openxmlformats.org/officeDocument/2006/relationships/notesMaster" Target="notesMasters/notesMaster1.xml"/><Relationship Id="rIdPP" Type="http://schemas.openxmlformats.org/officeDocument/2006/relationships/presProps" Target="presProps.xml"/><Relationship Id="rIdVP" Type="http://schemas.openxmlformats.org/officeDocument/2006/relationships/viewProps" Target="viewProps.xml"/><Relationship Id="rIdTS" Type="http://schemas.openxmlformats.org/officeDocument/2006/relationships/tableStyles" Target="tableStyles.xml"/><Relationship Id="rIdT" Type="http://schemas.openxmlformats.org/officeDocument/2006/relationships/theme" Target="theme/theme1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2032000" y="1496907"/>
            <a:ext cx="12192000" cy="3183467"/>
          </a:xfrm>
        </p:spPr>
        <p:txBody>
          <a:bodyPr anchor="b">
            <a:normAutofit/>
          </a:bodyPr>
          <a:lstStyle>
            <a:lvl1pPr algn="ctr" marL="0" indent="0">
              <a:buNone/>
              <a:defRPr sz="60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2032000" y="4802293"/>
            <a:ext cx="12192000" cy="2208107"/>
          </a:xfrm>
        </p:spPr>
        <p:txBody>
          <a:bodyPr anchor="t">
            <a:normAutofit/>
          </a:bodyPr>
          <a:lstStyle>
            <a:lvl1pPr algn="ctr" marL="0" indent="0">
              <a:buNone/>
              <a:defRPr sz="2400"/>
            </a:lvl1pPr>
          </a:lstStyle>
          <a:p>
            <a:r>
              <a:rPr lang="en-US"/>
              <a:t>Click to add 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11176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3"/>
            <a:ext cx="14020800" cy="1767840"/>
          </a:xfrm>
        </p:spPr>
        <p:txBody>
          <a:bodyPr anchor="ctr">
            <a:normAutofit/>
          </a:bodyPr>
          <a:lstStyle>
            <a:lvl1pPr marL="0" indent="0">
              <a:buNone/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2434167"/>
            <a:ext cx="14020800" cy="580136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11176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9133" y="2279227"/>
            <a:ext cx="14020800" cy="3803227"/>
          </a:xfrm>
        </p:spPr>
        <p:txBody>
          <a:bodyPr anchor="b">
            <a:normAutofit/>
          </a:bodyPr>
          <a:lstStyle>
            <a:lvl1pPr marL="0" indent="0">
              <a:buNone/>
              <a:defRPr sz="60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3" y="6119707"/>
            <a:ext cx="14020800" cy="199982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11176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3"/>
            <a:ext cx="14020800" cy="1767840"/>
          </a:xfrm>
        </p:spPr>
        <p:txBody>
          <a:bodyPr anchor="ctr">
            <a:normAutofit/>
          </a:bodyPr>
          <a:lstStyle>
            <a:lvl1pPr marL="0" indent="0">
              <a:buNone/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Left Placeholder 2"/>
          <p:cNvSpPr>
            <a:spLocks noGrp="1"/>
          </p:cNvSpPr>
          <p:nvPr>
            <p:ph idx="1"/>
          </p:nvPr>
        </p:nvSpPr>
        <p:spPr>
          <a:xfrm>
            <a:off x="1117600" y="2434167"/>
            <a:ext cx="6908800" cy="580136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Content Right Placeholder 3"/>
          <p:cNvSpPr>
            <a:spLocks noGrp="1"/>
          </p:cNvSpPr>
          <p:nvPr>
            <p:ph idx="2"/>
          </p:nvPr>
        </p:nvSpPr>
        <p:spPr>
          <a:xfrm>
            <a:off x="8229600" y="2434167"/>
            <a:ext cx="6908800" cy="580136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>
          <a:xfrm>
            <a:off x="11176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9293" y="486833"/>
            <a:ext cx="14020800" cy="1767840"/>
          </a:xfrm>
        </p:spPr>
        <p:txBody>
          <a:bodyPr anchor="ctr">
            <a:normAutofit/>
          </a:bodyPr>
          <a:lstStyle>
            <a:lvl1pPr marL="0" indent="0">
              <a:buNone/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Heading Left Placeholder 2"/>
          <p:cNvSpPr>
            <a:spLocks noGrp="1"/>
          </p:cNvSpPr>
          <p:nvPr>
            <p:ph type="body" idx="1"/>
          </p:nvPr>
        </p:nvSpPr>
        <p:spPr>
          <a:xfrm>
            <a:off x="1119293" y="2241973"/>
            <a:ext cx="6876627" cy="1098973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Content Left Placeholder 3"/>
          <p:cNvSpPr>
            <a:spLocks noGrp="1"/>
          </p:cNvSpPr>
          <p:nvPr>
            <p:ph idx="2"/>
          </p:nvPr>
        </p:nvSpPr>
        <p:spPr>
          <a:xfrm>
            <a:off x="1119293" y="3340947"/>
            <a:ext cx="6876627" cy="4915747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Heading Right Placeholder 4"/>
          <p:cNvSpPr>
            <a:spLocks noGrp="1"/>
          </p:cNvSpPr>
          <p:nvPr>
            <p:ph type="body" idx="3"/>
          </p:nvPr>
        </p:nvSpPr>
        <p:spPr>
          <a:xfrm>
            <a:off x="8229600" y="2241973"/>
            <a:ext cx="6910493" cy="1098973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6" name="Content Right Placeholder 5"/>
          <p:cNvSpPr>
            <a:spLocks noGrp="1"/>
          </p:cNvSpPr>
          <p:nvPr>
            <p:ph idx="4"/>
          </p:nvPr>
        </p:nvSpPr>
        <p:spPr>
          <a:xfrm>
            <a:off x="8229600" y="3340947"/>
            <a:ext cx="6910493" cy="4915747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0"/>
          </p:nvPr>
        </p:nvSpPr>
        <p:spPr>
          <a:xfrm>
            <a:off x="11176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3"/>
            <a:ext cx="14020800" cy="1767840"/>
          </a:xfrm>
        </p:spPr>
        <p:txBody>
          <a:bodyPr anchor="ctr">
            <a:normAutofit/>
          </a:bodyPr>
          <a:lstStyle>
            <a:lvl1pPr marL="0" indent="0">
              <a:buNone/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>
          <a:xfrm>
            <a:off x="11176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>
          <a:xfrm>
            <a:off x="11176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Theme" Type="http://schemas.openxmlformats.org/officeDocument/2006/relationships/theme" Target="../theme/theme1.xml"/><Relationship Id="rIdL1" Type="http://schemas.openxmlformats.org/officeDocument/2006/relationships/slideLayout" Target="../slideLayouts/slideLayout1.xml"/><Relationship Id="rIdL2" Type="http://schemas.openxmlformats.org/officeDocument/2006/relationships/slideLayout" Target="../slideLayouts/slideLayout2.xml"/><Relationship Id="rIdL3" Type="http://schemas.openxmlformats.org/officeDocument/2006/relationships/slideLayout" Target="../slideLayouts/slideLayout3.xml"/><Relationship Id="rIdL4" Type="http://schemas.openxmlformats.org/officeDocument/2006/relationships/slideLayout" Target="../slideLayouts/slideLayout4.xml"/><Relationship Id="rIdL5" Type="http://schemas.openxmlformats.org/officeDocument/2006/relationships/slideLayout" Target="../slideLayouts/slideLayout5.xml"/><Relationship Id="rIdL6" Type="http://schemas.openxmlformats.org/officeDocument/2006/relationships/slideLayout" Target="../slideLayouts/slideLayout6.xml"/><Relationship Id="rIdL7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3"/>
            <a:ext cx="14020800" cy="1767840"/>
          </a:xfrm>
        </p:spPr>
        <p:txBody>
          <a:bodyPr anchor="ctr">
            <a:normAutofit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360"/>
          </a:xfrm>
        </p:spPr>
        <p:txBody>
          <a:bodyPr anchor="t"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11176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1"/>
    <p:sldLayoutId id="2147483650" r:id="rIdL2"/>
    <p:sldLayoutId id="2147483651" r:id="rIdL3"/>
    <p:sldLayoutId id="2147483652" r:id="rIdL4"/>
    <p:sldLayoutId id="2147483653" r:id="rIdL5"/>
    <p:sldLayoutId id="2147483654" r:id="rIdL6"/>
    <p:sldLayoutId id="2147483655" r:id="rIdL7"/>
  </p:sldLayoutIdLst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5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sktop 3"/>
          <p:cNvSpPr txBox="1"/>
          <p:nvPr/>
        </p:nvSpPr>
        <p:spPr>
          <a:xfrm>
            <a:off x="914400" y="508000"/>
            <a:ext cx="144272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STARLING DESKTOP / OPEN SOURCE</a:t>
            </a:r>
          </a:p>
        </p:txBody>
      </p:sp>
      <p:sp>
        <p:nvSpPr>
          <p:cNvPr id="4" name="Desktop 4"/>
          <p:cNvSpPr txBox="1"/>
          <p:nvPr/>
        </p:nvSpPr>
        <p:spPr>
          <a:xfrm>
            <a:off x="914400" y="1397000"/>
            <a:ext cx="9652000" cy="27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8200" b="1">
                <a:solidFill>
                  <a:srgbClr val="FFFFFF"/>
                </a:solidFill>
                <a:latin typeface="Calibri"/>
              </a:rPr>
              <a:t>One desktop.</a:t>
            </a:r>
          </a:p>
          <a:p>
            <a:pPr>
              <a:lnSpc>
                <a:spcPct val="100000"/>
              </a:lnSpc>
            </a:pPr>
            <a:r>
              <a:rPr sz="8200" b="1">
                <a:solidFill>
                  <a:srgbClr val="FFFFFF"/>
                </a:solidFill>
                <a:latin typeface="Calibri"/>
              </a:rPr>
              <a:t>Many possibilities.</a:t>
            </a:r>
          </a:p>
        </p:txBody>
      </p:sp>
      <p:sp>
        <p:nvSpPr>
          <p:cNvPr id="5" name="Desktop 5"/>
          <p:cNvSpPr txBox="1"/>
          <p:nvPr/>
        </p:nvSpPr>
        <p:spPr>
          <a:xfrm>
            <a:off x="914400" y="4699000"/>
            <a:ext cx="9017000" cy="190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700" b="0">
                <a:solidFill>
                  <a:srgbClr val="CCE4D9"/>
                </a:solidFill>
                <a:latin typeface="Calibri"/>
              </a:rPr>
              <a:t>A fast, native home for your apps.</a:t>
            </a:r>
          </a:p>
          <a:p>
            <a:pPr>
              <a:lnSpc>
                <a:spcPct val="100000"/>
              </a:lnSpc>
            </a:pPr>
            <a:r>
              <a:rPr sz="2700" b="0">
                <a:solidFill>
                  <a:srgbClr val="CCE4D9"/>
                </a:solidFill>
                <a:latin typeface="Calibri"/>
              </a:rPr>
              <a:t>Built-in tools. Agent workspaces.</a:t>
            </a:r>
          </a:p>
          <a:p>
            <a:pPr>
              <a:lnSpc>
                <a:spcPct val="100000"/>
              </a:lnSpc>
            </a:pPr>
            <a:r>
              <a:rPr sz="2700" b="0">
                <a:solidFill>
                  <a:srgbClr val="CCE4D9"/>
                </a:solidFill>
                <a:latin typeface="Calibri"/>
              </a:rPr>
              <a:t>Room to explore.</a:t>
            </a:r>
          </a:p>
        </p:txBody>
      </p:sp>
      <p:sp>
        <p:nvSpPr>
          <p:cNvPr id="6" name="Desktop 6"/>
          <p:cNvSpPr txBox="1"/>
          <p:nvPr/>
        </p:nvSpPr>
        <p:spPr>
          <a:xfrm>
            <a:off x="11303000" y="2095500"/>
            <a:ext cx="4038600" cy="1422400"/>
          </a:xfrm>
          <a:prstGeom prst="rect">
            <a:avLst/>
          </a:prstGeom>
          <a:solidFill>
            <a:srgbClr val="244F3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Desktop 7"/>
          <p:cNvSpPr txBox="1"/>
          <p:nvPr/>
        </p:nvSpPr>
        <p:spPr>
          <a:xfrm>
            <a:off x="11557000" y="2552700"/>
            <a:ext cx="35306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NATIVE</a:t>
            </a:r>
          </a:p>
        </p:txBody>
      </p:sp>
      <p:sp>
        <p:nvSpPr>
          <p:cNvPr id="8" name="Desktop 8"/>
          <p:cNvSpPr txBox="1"/>
          <p:nvPr/>
        </p:nvSpPr>
        <p:spPr>
          <a:xfrm>
            <a:off x="11303000" y="3848100"/>
            <a:ext cx="4038600" cy="1422400"/>
          </a:xfrm>
          <a:prstGeom prst="rect">
            <a:avLst/>
          </a:prstGeom>
          <a:solidFill>
            <a:srgbClr val="244F3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Desktop 9"/>
          <p:cNvSpPr txBox="1"/>
          <p:nvPr/>
        </p:nvSpPr>
        <p:spPr>
          <a:xfrm>
            <a:off x="11557000" y="4305300"/>
            <a:ext cx="35306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APPS</a:t>
            </a:r>
          </a:p>
        </p:txBody>
      </p:sp>
      <p:sp>
        <p:nvSpPr>
          <p:cNvPr id="10" name="Desktop 10"/>
          <p:cNvSpPr txBox="1"/>
          <p:nvPr/>
        </p:nvSpPr>
        <p:spPr>
          <a:xfrm>
            <a:off x="11303000" y="5600700"/>
            <a:ext cx="4038600" cy="1422400"/>
          </a:xfrm>
          <a:prstGeom prst="rect">
            <a:avLst/>
          </a:prstGeom>
          <a:solidFill>
            <a:srgbClr val="244F3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Desktop 11"/>
          <p:cNvSpPr txBox="1"/>
          <p:nvPr/>
        </p:nvSpPr>
        <p:spPr>
          <a:xfrm>
            <a:off x="11557000" y="6057900"/>
            <a:ext cx="35306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WORKSPACES</a:t>
            </a:r>
          </a:p>
        </p:txBody>
      </p:sp>
      <p:sp>
        <p:nvSpPr>
          <p:cNvPr id="12" name="Desktop 12"/>
          <p:cNvSpPr txBox="1"/>
          <p:nvPr/>
        </p:nvSpPr>
        <p:spPr>
          <a:xfrm>
            <a:off x="914400" y="8509000"/>
            <a:ext cx="14427200" cy="317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CCE4D9"/>
                </a:solidFill>
                <a:latin typeface="Calibri"/>
              </a:rPr>
              <a:t>STARLING / A SOFTWARE FACTORY</a:t>
            </a:r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sktop 3"/>
          <p:cNvSpPr txBox="1"/>
          <p:nvPr/>
        </p:nvSpPr>
        <p:spPr>
          <a:xfrm>
            <a:off x="914400" y="508000"/>
            <a:ext cx="144272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83A2D"/>
                </a:solidFill>
                <a:latin typeface="Calibri"/>
              </a:rPr>
              <a:t>01 / A SHARED FOUNDATION</a:t>
            </a:r>
          </a:p>
        </p:txBody>
      </p:sp>
      <p:sp>
        <p:nvSpPr>
          <p:cNvPr id="4" name="Desktop 4"/>
          <p:cNvSpPr txBox="1"/>
          <p:nvPr/>
        </p:nvSpPr>
        <p:spPr>
          <a:xfrm>
            <a:off x="914400" y="1397000"/>
            <a:ext cx="9652000" cy="27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8200" b="1">
                <a:solidFill>
                  <a:srgbClr val="183A2D"/>
                </a:solidFill>
                <a:latin typeface="Calibri"/>
              </a:rPr>
              <a:t>One program.</a:t>
            </a:r>
          </a:p>
          <a:p>
            <a:pPr>
              <a:lnSpc>
                <a:spcPct val="100000"/>
              </a:lnSpc>
            </a:pPr>
            <a:r>
              <a:rPr sz="8200" b="1">
                <a:solidFill>
                  <a:srgbClr val="183A2D"/>
                </a:solidFill>
                <a:latin typeface="Calibri"/>
              </a:rPr>
              <a:t>Every window.</a:t>
            </a:r>
          </a:p>
        </p:txBody>
      </p:sp>
      <p:sp>
        <p:nvSpPr>
          <p:cNvPr id="5" name="Desktop 5"/>
          <p:cNvSpPr txBox="1"/>
          <p:nvPr/>
        </p:nvSpPr>
        <p:spPr>
          <a:xfrm>
            <a:off x="914400" y="4699000"/>
            <a:ext cx="9017000" cy="190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700" b="0">
                <a:solidFill>
                  <a:srgbClr val="52685F"/>
                </a:solidFill>
                <a:latin typeface="Calibri"/>
              </a:rPr>
              <a:t>Dock, menus and windows in one widget tree.</a:t>
            </a:r>
          </a:p>
          <a:p>
            <a:pPr>
              <a:lnSpc>
                <a:spcPct val="100000"/>
              </a:lnSpc>
            </a:pPr>
            <a:r>
              <a:rPr sz="2700" b="0">
                <a:solidFill>
                  <a:srgbClr val="52685F"/>
                </a:solidFill>
                <a:latin typeface="Calibri"/>
              </a:rPr>
              <a:t>Compiled Swift. GPU rendering.</a:t>
            </a:r>
          </a:p>
          <a:p>
            <a:pPr>
              <a:lnSpc>
                <a:spcPct val="100000"/>
              </a:lnSpc>
            </a:pPr>
            <a:r>
              <a:rPr sz="2700" b="0">
                <a:solidFill>
                  <a:srgbClr val="52685F"/>
                </a:solidFill>
                <a:latin typeface="Calibri"/>
              </a:rPr>
              <a:t>A desktop built on the Starling SDK.</a:t>
            </a:r>
          </a:p>
        </p:txBody>
      </p:sp>
      <p:sp>
        <p:nvSpPr>
          <p:cNvPr id="6" name="Desktop 6"/>
          <p:cNvSpPr txBox="1"/>
          <p:nvPr/>
        </p:nvSpPr>
        <p:spPr>
          <a:xfrm>
            <a:off x="11303000" y="2095500"/>
            <a:ext cx="4038600" cy="142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83A2D"/>
                </a:solidFill>
                <a:latin typeface="Calibri"/>
              </a:rPr>
              <a:t/>
            </a:r>
          </a:p>
        </p:txBody>
      </p:sp>
      <p:sp>
        <p:nvSpPr>
          <p:cNvPr id="7" name="Desktop 7"/>
          <p:cNvSpPr txBox="1"/>
          <p:nvPr/>
        </p:nvSpPr>
        <p:spPr>
          <a:xfrm>
            <a:off x="11557000" y="2552700"/>
            <a:ext cx="35306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500" b="1">
                <a:solidFill>
                  <a:srgbClr val="183A2D"/>
                </a:solidFill>
                <a:latin typeface="Calibri"/>
              </a:rPr>
              <a:t>WINDOWS</a:t>
            </a:r>
          </a:p>
        </p:txBody>
      </p:sp>
      <p:sp>
        <p:nvSpPr>
          <p:cNvPr id="8" name="Desktop 8"/>
          <p:cNvSpPr txBox="1"/>
          <p:nvPr/>
        </p:nvSpPr>
        <p:spPr>
          <a:xfrm>
            <a:off x="11303000" y="3848100"/>
            <a:ext cx="4038600" cy="142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83A2D"/>
                </a:solidFill>
                <a:latin typeface="Calibri"/>
              </a:rPr>
              <a:t/>
            </a:r>
          </a:p>
        </p:txBody>
      </p:sp>
      <p:sp>
        <p:nvSpPr>
          <p:cNvPr id="9" name="Desktop 9"/>
          <p:cNvSpPr txBox="1"/>
          <p:nvPr/>
        </p:nvSpPr>
        <p:spPr>
          <a:xfrm>
            <a:off x="11557000" y="4305300"/>
            <a:ext cx="35306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500" b="1">
                <a:solidFill>
                  <a:srgbClr val="183A2D"/>
                </a:solidFill>
                <a:latin typeface="Calibri"/>
              </a:rPr>
              <a:t>MENUS</a:t>
            </a:r>
          </a:p>
        </p:txBody>
      </p:sp>
      <p:sp>
        <p:nvSpPr>
          <p:cNvPr id="10" name="Desktop 10"/>
          <p:cNvSpPr txBox="1"/>
          <p:nvPr/>
        </p:nvSpPr>
        <p:spPr>
          <a:xfrm>
            <a:off x="11303000" y="5600700"/>
            <a:ext cx="4038600" cy="142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83A2D"/>
                </a:solidFill>
                <a:latin typeface="Calibri"/>
              </a:rPr>
              <a:t/>
            </a:r>
          </a:p>
        </p:txBody>
      </p:sp>
      <p:sp>
        <p:nvSpPr>
          <p:cNvPr id="11" name="Desktop 11"/>
          <p:cNvSpPr txBox="1"/>
          <p:nvPr/>
        </p:nvSpPr>
        <p:spPr>
          <a:xfrm>
            <a:off x="11557000" y="6057900"/>
            <a:ext cx="35306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500" b="1">
                <a:solidFill>
                  <a:srgbClr val="183A2D"/>
                </a:solidFill>
                <a:latin typeface="Calibri"/>
              </a:rPr>
              <a:t>DOCK</a:t>
            </a:r>
          </a:p>
        </p:txBody>
      </p:sp>
      <p:sp>
        <p:nvSpPr>
          <p:cNvPr id="12" name="Desktop 12"/>
          <p:cNvSpPr txBox="1"/>
          <p:nvPr/>
        </p:nvSpPr>
        <p:spPr>
          <a:xfrm>
            <a:off x="914400" y="8509000"/>
            <a:ext cx="14427200" cy="317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52685F"/>
                </a:solidFill>
                <a:latin typeface="Calibri"/>
              </a:rPr>
              <a:t>STARLING / A SOFTWARE FACTORY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sktop 3"/>
          <p:cNvSpPr txBox="1"/>
          <p:nvPr/>
        </p:nvSpPr>
        <p:spPr>
          <a:xfrm>
            <a:off x="914400" y="508000"/>
            <a:ext cx="144272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83A2D"/>
                </a:solidFill>
                <a:latin typeface="Calibri"/>
              </a:rPr>
              <a:t>02 / YOUR EVERYDAY TOOLS</a:t>
            </a:r>
          </a:p>
        </p:txBody>
      </p:sp>
      <p:sp>
        <p:nvSpPr>
          <p:cNvPr id="4" name="Desktop 4"/>
          <p:cNvSpPr txBox="1"/>
          <p:nvPr/>
        </p:nvSpPr>
        <p:spPr>
          <a:xfrm>
            <a:off x="914400" y="1397000"/>
            <a:ext cx="9652000" cy="27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8200" b="1">
                <a:solidFill>
                  <a:srgbClr val="183A2D"/>
                </a:solidFill>
                <a:latin typeface="Calibri"/>
              </a:rPr>
              <a:t>Real apps.</a:t>
            </a:r>
          </a:p>
          <a:p>
            <a:pPr>
              <a:lnSpc>
                <a:spcPct val="100000"/>
              </a:lnSpc>
            </a:pPr>
            <a:r>
              <a:rPr sz="8200" b="1">
                <a:solidFill>
                  <a:srgbClr val="183A2D"/>
                </a:solidFill>
                <a:latin typeface="Calibri"/>
              </a:rPr>
              <a:t>Real work.</a:t>
            </a:r>
          </a:p>
        </p:txBody>
      </p:sp>
      <p:sp>
        <p:nvSpPr>
          <p:cNvPr id="5" name="Desktop 5"/>
          <p:cNvSpPr txBox="1"/>
          <p:nvPr/>
        </p:nvSpPr>
        <p:spPr>
          <a:xfrm>
            <a:off x="914400" y="4699000"/>
            <a:ext cx="9017000" cy="190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700" b="0">
                <a:solidFill>
                  <a:srgbClr val="52685F"/>
                </a:solidFill>
                <a:latin typeface="Calibri"/>
              </a:rPr>
              <a:t>Native Wayland and X11 support.</a:t>
            </a:r>
          </a:p>
          <a:p>
            <a:pPr>
              <a:lnSpc>
                <a:spcPct val="100000"/>
              </a:lnSpc>
            </a:pPr>
            <a:r>
              <a:rPr sz="2700" b="0">
                <a:solidFill>
                  <a:srgbClr val="52685F"/>
                </a:solidFill>
                <a:latin typeface="Calibri"/>
              </a:rPr>
              <a:t>Chrome, VS Code and your Linux apps.</a:t>
            </a:r>
          </a:p>
          <a:p>
            <a:pPr>
              <a:lnSpc>
                <a:spcPct val="100000"/>
              </a:lnSpc>
            </a:pPr>
            <a:r>
              <a:rPr sz="2700" b="0">
                <a:solidFill>
                  <a:srgbClr val="52685F"/>
                </a:solidFill>
                <a:latin typeface="Calibri"/>
              </a:rPr>
              <a:t>Files, Terminal, Settings and an App Store.</a:t>
            </a:r>
          </a:p>
        </p:txBody>
      </p:sp>
      <p:sp>
        <p:nvSpPr>
          <p:cNvPr id="6" name="Desktop 6"/>
          <p:cNvSpPr txBox="1"/>
          <p:nvPr/>
        </p:nvSpPr>
        <p:spPr>
          <a:xfrm>
            <a:off x="11303000" y="2095500"/>
            <a:ext cx="4038600" cy="142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83A2D"/>
                </a:solidFill>
                <a:latin typeface="Calibri"/>
              </a:rPr>
              <a:t/>
            </a:r>
          </a:p>
        </p:txBody>
      </p:sp>
      <p:sp>
        <p:nvSpPr>
          <p:cNvPr id="7" name="Desktop 7"/>
          <p:cNvSpPr txBox="1"/>
          <p:nvPr/>
        </p:nvSpPr>
        <p:spPr>
          <a:xfrm>
            <a:off x="11557000" y="2552700"/>
            <a:ext cx="35306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500" b="1">
                <a:solidFill>
                  <a:srgbClr val="183A2D"/>
                </a:solidFill>
                <a:latin typeface="Calibri"/>
              </a:rPr>
              <a:t>FILES</a:t>
            </a:r>
          </a:p>
        </p:txBody>
      </p:sp>
      <p:sp>
        <p:nvSpPr>
          <p:cNvPr id="8" name="Desktop 8"/>
          <p:cNvSpPr txBox="1"/>
          <p:nvPr/>
        </p:nvSpPr>
        <p:spPr>
          <a:xfrm>
            <a:off x="11303000" y="3848100"/>
            <a:ext cx="4038600" cy="142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83A2D"/>
                </a:solidFill>
                <a:latin typeface="Calibri"/>
              </a:rPr>
              <a:t/>
            </a:r>
          </a:p>
        </p:txBody>
      </p:sp>
      <p:sp>
        <p:nvSpPr>
          <p:cNvPr id="9" name="Desktop 9"/>
          <p:cNvSpPr txBox="1"/>
          <p:nvPr/>
        </p:nvSpPr>
        <p:spPr>
          <a:xfrm>
            <a:off x="11557000" y="4305300"/>
            <a:ext cx="35306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500" b="1">
                <a:solidFill>
                  <a:srgbClr val="183A2D"/>
                </a:solidFill>
                <a:latin typeface="Calibri"/>
              </a:rPr>
              <a:t>TERMINAL</a:t>
            </a:r>
          </a:p>
        </p:txBody>
      </p:sp>
      <p:sp>
        <p:nvSpPr>
          <p:cNvPr id="10" name="Desktop 10"/>
          <p:cNvSpPr txBox="1"/>
          <p:nvPr/>
        </p:nvSpPr>
        <p:spPr>
          <a:xfrm>
            <a:off x="11303000" y="5600700"/>
            <a:ext cx="4038600" cy="142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83A2D"/>
                </a:solidFill>
                <a:latin typeface="Calibri"/>
              </a:rPr>
              <a:t/>
            </a:r>
          </a:p>
        </p:txBody>
      </p:sp>
      <p:sp>
        <p:nvSpPr>
          <p:cNvPr id="11" name="Desktop 11"/>
          <p:cNvSpPr txBox="1"/>
          <p:nvPr/>
        </p:nvSpPr>
        <p:spPr>
          <a:xfrm>
            <a:off x="11557000" y="6057900"/>
            <a:ext cx="35306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500" b="1">
                <a:solidFill>
                  <a:srgbClr val="183A2D"/>
                </a:solidFill>
                <a:latin typeface="Calibri"/>
              </a:rPr>
              <a:t>APP STORE</a:t>
            </a:r>
          </a:p>
        </p:txBody>
      </p:sp>
      <p:sp>
        <p:nvSpPr>
          <p:cNvPr id="12" name="Desktop 12"/>
          <p:cNvSpPr txBox="1"/>
          <p:nvPr/>
        </p:nvSpPr>
        <p:spPr>
          <a:xfrm>
            <a:off x="914400" y="8509000"/>
            <a:ext cx="14427200" cy="317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52685F"/>
                </a:solidFill>
                <a:latin typeface="Calibri"/>
              </a:rPr>
              <a:t>STARLING / A SOFTWARE FACTORY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sktop 3"/>
          <p:cNvSpPr txBox="1"/>
          <p:nvPr/>
        </p:nvSpPr>
        <p:spPr>
          <a:xfrm>
            <a:off x="914400" y="508000"/>
            <a:ext cx="144272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83A2D"/>
                </a:solidFill>
                <a:latin typeface="Calibri"/>
              </a:rPr>
              <a:t>03 / AGENT WORKSPACES</a:t>
            </a:r>
          </a:p>
        </p:txBody>
      </p:sp>
      <p:sp>
        <p:nvSpPr>
          <p:cNvPr id="4" name="Desktop 4"/>
          <p:cNvSpPr txBox="1"/>
          <p:nvPr/>
        </p:nvSpPr>
        <p:spPr>
          <a:xfrm>
            <a:off x="914400" y="1397000"/>
            <a:ext cx="9652000" cy="27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8200" b="1">
                <a:solidFill>
                  <a:srgbClr val="183A2D"/>
                </a:solidFill>
                <a:latin typeface="Calibri"/>
              </a:rPr>
              <a:t>Watch it work.</a:t>
            </a:r>
          </a:p>
          <a:p>
            <a:pPr>
              <a:lnSpc>
                <a:spcPct val="100000"/>
              </a:lnSpc>
            </a:pPr>
            <a:r>
              <a:rPr sz="8200" b="1">
                <a:solidFill>
                  <a:srgbClr val="183A2D"/>
                </a:solidFill>
                <a:latin typeface="Calibri"/>
              </a:rPr>
              <a:t>Step in anytime.</a:t>
            </a:r>
          </a:p>
        </p:txBody>
      </p:sp>
      <p:sp>
        <p:nvSpPr>
          <p:cNvPr id="5" name="Desktop 5"/>
          <p:cNvSpPr txBox="1"/>
          <p:nvPr/>
        </p:nvSpPr>
        <p:spPr>
          <a:xfrm>
            <a:off x="914400" y="4699000"/>
            <a:ext cx="9017000" cy="190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700" b="0">
                <a:solidFill>
                  <a:srgbClr val="52685F"/>
                </a:solidFill>
                <a:latin typeface="Calibri"/>
              </a:rPr>
              <a:t>Give an agent a dedicated workspace.</a:t>
            </a:r>
          </a:p>
          <a:p>
            <a:pPr>
              <a:lnSpc>
                <a:spcPct val="100000"/>
              </a:lnSpc>
            </a:pPr>
            <a:r>
              <a:rPr sz="2700" b="0">
                <a:solidFill>
                  <a:srgbClr val="52685F"/>
                </a:solidFill>
                <a:latin typeface="Calibri"/>
              </a:rPr>
              <a:t>The apps it opens stay beside its terminal.</a:t>
            </a:r>
          </a:p>
          <a:p>
            <a:pPr>
              <a:lnSpc>
                <a:spcPct val="100000"/>
              </a:lnSpc>
            </a:pPr>
            <a:r>
              <a:rPr sz="2700" b="0">
                <a:solidFill>
                  <a:srgbClr val="52685F"/>
                </a:solidFill>
                <a:latin typeface="Calibri"/>
              </a:rPr>
              <a:t>Watch the work. Take over when you need to.</a:t>
            </a:r>
          </a:p>
        </p:txBody>
      </p:sp>
      <p:sp>
        <p:nvSpPr>
          <p:cNvPr id="6" name="Desktop 6"/>
          <p:cNvSpPr txBox="1"/>
          <p:nvPr/>
        </p:nvSpPr>
        <p:spPr>
          <a:xfrm>
            <a:off x="11303000" y="2095500"/>
            <a:ext cx="4038600" cy="142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83A2D"/>
                </a:solidFill>
                <a:latin typeface="Calibri"/>
              </a:rPr>
              <a:t/>
            </a:r>
          </a:p>
        </p:txBody>
      </p:sp>
      <p:sp>
        <p:nvSpPr>
          <p:cNvPr id="7" name="Desktop 7"/>
          <p:cNvSpPr txBox="1"/>
          <p:nvPr/>
        </p:nvSpPr>
        <p:spPr>
          <a:xfrm>
            <a:off x="11557000" y="2552700"/>
            <a:ext cx="35306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500" b="1">
                <a:solidFill>
                  <a:srgbClr val="183A2D"/>
                </a:solidFill>
                <a:latin typeface="Calibri"/>
              </a:rPr>
              <a:t>WORKSPACE</a:t>
            </a:r>
          </a:p>
        </p:txBody>
      </p:sp>
      <p:sp>
        <p:nvSpPr>
          <p:cNvPr id="8" name="Desktop 8"/>
          <p:cNvSpPr txBox="1"/>
          <p:nvPr/>
        </p:nvSpPr>
        <p:spPr>
          <a:xfrm>
            <a:off x="11303000" y="3848100"/>
            <a:ext cx="4038600" cy="142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83A2D"/>
                </a:solidFill>
                <a:latin typeface="Calibri"/>
              </a:rPr>
              <a:t/>
            </a:r>
          </a:p>
        </p:txBody>
      </p:sp>
      <p:sp>
        <p:nvSpPr>
          <p:cNvPr id="9" name="Desktop 9"/>
          <p:cNvSpPr txBox="1"/>
          <p:nvPr/>
        </p:nvSpPr>
        <p:spPr>
          <a:xfrm>
            <a:off x="11557000" y="4305300"/>
            <a:ext cx="35306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500" b="1">
                <a:solidFill>
                  <a:srgbClr val="183A2D"/>
                </a:solidFill>
                <a:latin typeface="Calibri"/>
              </a:rPr>
              <a:t>AGENT</a:t>
            </a:r>
          </a:p>
        </p:txBody>
      </p:sp>
      <p:sp>
        <p:nvSpPr>
          <p:cNvPr id="10" name="Desktop 10"/>
          <p:cNvSpPr txBox="1"/>
          <p:nvPr/>
        </p:nvSpPr>
        <p:spPr>
          <a:xfrm>
            <a:off x="11303000" y="5600700"/>
            <a:ext cx="4038600" cy="142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83A2D"/>
                </a:solidFill>
                <a:latin typeface="Calibri"/>
              </a:rPr>
              <a:t/>
            </a:r>
          </a:p>
        </p:txBody>
      </p:sp>
      <p:sp>
        <p:nvSpPr>
          <p:cNvPr id="11" name="Desktop 11"/>
          <p:cNvSpPr txBox="1"/>
          <p:nvPr/>
        </p:nvSpPr>
        <p:spPr>
          <a:xfrm>
            <a:off x="11557000" y="6057900"/>
            <a:ext cx="35306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500" b="1">
                <a:solidFill>
                  <a:srgbClr val="183A2D"/>
                </a:solidFill>
                <a:latin typeface="Calibri"/>
              </a:rPr>
              <a:t>LIVE APPS</a:t>
            </a:r>
          </a:p>
        </p:txBody>
      </p:sp>
      <p:sp>
        <p:nvSpPr>
          <p:cNvPr id="12" name="Desktop 12"/>
          <p:cNvSpPr txBox="1"/>
          <p:nvPr/>
        </p:nvSpPr>
        <p:spPr>
          <a:xfrm>
            <a:off x="914400" y="8509000"/>
            <a:ext cx="14427200" cy="317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52685F"/>
                </a:solidFill>
                <a:latin typeface="Calibri"/>
              </a:rPr>
              <a:t>STARLING / A SOFTWARE FACTORY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sktop 3"/>
          <p:cNvSpPr txBox="1"/>
          <p:nvPr/>
        </p:nvSpPr>
        <p:spPr>
          <a:xfrm>
            <a:off x="914400" y="508000"/>
            <a:ext cx="144272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83A2D"/>
                </a:solidFill>
                <a:latin typeface="Calibri"/>
              </a:rPr>
              <a:t>04 / MORE WAYS TO WORK</a:t>
            </a:r>
          </a:p>
        </p:txBody>
      </p:sp>
      <p:sp>
        <p:nvSpPr>
          <p:cNvPr id="4" name="Desktop 4"/>
          <p:cNvSpPr txBox="1"/>
          <p:nvPr/>
        </p:nvSpPr>
        <p:spPr>
          <a:xfrm>
            <a:off x="914400" y="1397000"/>
            <a:ext cx="9652000" cy="27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8200" b="1">
                <a:solidFill>
                  <a:srgbClr val="183A2D"/>
                </a:solidFill>
                <a:latin typeface="Calibri"/>
              </a:rPr>
              <a:t>Your desktop.</a:t>
            </a:r>
          </a:p>
          <a:p>
            <a:pPr>
              <a:lnSpc>
                <a:spcPct val="100000"/>
              </a:lnSpc>
            </a:pPr>
            <a:r>
              <a:rPr sz="8200" b="1">
                <a:solidFill>
                  <a:srgbClr val="183A2D"/>
                </a:solidFill>
                <a:latin typeface="Calibri"/>
              </a:rPr>
              <a:t>Your perspective.</a:t>
            </a:r>
          </a:p>
        </p:txBody>
      </p:sp>
      <p:sp>
        <p:nvSpPr>
          <p:cNvPr id="5" name="Desktop 5"/>
          <p:cNvSpPr txBox="1"/>
          <p:nvPr/>
        </p:nvSpPr>
        <p:spPr>
          <a:xfrm>
            <a:off x="914400" y="4699000"/>
            <a:ext cx="9017000" cy="190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700" b="0">
                <a:solidFill>
                  <a:srgbClr val="52685F"/>
                </a:solidFill>
                <a:latin typeface="Calibri"/>
              </a:rPr>
              <a:t>Start with the familiar 2D desktop.</a:t>
            </a:r>
          </a:p>
          <a:p>
            <a:pPr>
              <a:lnSpc>
                <a:spcPct val="100000"/>
              </a:lnSpc>
            </a:pPr>
            <a:r>
              <a:rPr sz="2700" b="0">
                <a:solidFill>
                  <a:srgbClr val="52685F"/>
                </a:solidFill>
                <a:latin typeface="Calibri"/>
              </a:rPr>
              <a:t>Explore a living 3D city.</a:t>
            </a:r>
          </a:p>
          <a:p>
            <a:pPr>
              <a:lnSpc>
                <a:spcPct val="100000"/>
              </a:lnSpc>
            </a:pPr>
            <a:r>
              <a:rPr sz="2700" b="0">
                <a:solidFill>
                  <a:srgbClr val="52685F"/>
                </a:solidFill>
                <a:latin typeface="Calibri"/>
              </a:rPr>
              <a:t>Two views are part of a much bigger desktop.</a:t>
            </a:r>
          </a:p>
        </p:txBody>
      </p:sp>
      <p:sp>
        <p:nvSpPr>
          <p:cNvPr id="6" name="Desktop 6"/>
          <p:cNvSpPr txBox="1"/>
          <p:nvPr/>
        </p:nvSpPr>
        <p:spPr>
          <a:xfrm>
            <a:off x="11303000" y="2095500"/>
            <a:ext cx="4038600" cy="142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83A2D"/>
                </a:solidFill>
                <a:latin typeface="Calibri"/>
              </a:rPr>
              <a:t/>
            </a:r>
          </a:p>
        </p:txBody>
      </p:sp>
      <p:sp>
        <p:nvSpPr>
          <p:cNvPr id="7" name="Desktop 7"/>
          <p:cNvSpPr txBox="1"/>
          <p:nvPr/>
        </p:nvSpPr>
        <p:spPr>
          <a:xfrm>
            <a:off x="11557000" y="2552700"/>
            <a:ext cx="35306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500" b="1">
                <a:solidFill>
                  <a:srgbClr val="183A2D"/>
                </a:solidFill>
                <a:latin typeface="Calibri"/>
              </a:rPr>
              <a:t>2D DESKTOP</a:t>
            </a:r>
          </a:p>
        </p:txBody>
      </p:sp>
      <p:sp>
        <p:nvSpPr>
          <p:cNvPr id="8" name="Desktop 8"/>
          <p:cNvSpPr txBox="1"/>
          <p:nvPr/>
        </p:nvSpPr>
        <p:spPr>
          <a:xfrm>
            <a:off x="11303000" y="3848100"/>
            <a:ext cx="4038600" cy="142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83A2D"/>
                </a:solidFill>
                <a:latin typeface="Calibri"/>
              </a:rPr>
              <a:t/>
            </a:r>
          </a:p>
        </p:txBody>
      </p:sp>
      <p:sp>
        <p:nvSpPr>
          <p:cNvPr id="9" name="Desktop 9"/>
          <p:cNvSpPr txBox="1"/>
          <p:nvPr/>
        </p:nvSpPr>
        <p:spPr>
          <a:xfrm>
            <a:off x="11557000" y="4305300"/>
            <a:ext cx="35306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500" b="1">
                <a:solidFill>
                  <a:srgbClr val="183A2D"/>
                </a:solidFill>
                <a:latin typeface="Calibri"/>
              </a:rPr>
              <a:t>3D CITY</a:t>
            </a:r>
          </a:p>
        </p:txBody>
      </p:sp>
      <p:sp>
        <p:nvSpPr>
          <p:cNvPr id="10" name="Desktop 10"/>
          <p:cNvSpPr txBox="1"/>
          <p:nvPr/>
        </p:nvSpPr>
        <p:spPr>
          <a:xfrm>
            <a:off x="11303000" y="5600700"/>
            <a:ext cx="4038600" cy="142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83A2D"/>
                </a:solidFill>
                <a:latin typeface="Calibri"/>
              </a:rPr>
              <a:t/>
            </a:r>
          </a:p>
        </p:txBody>
      </p:sp>
      <p:sp>
        <p:nvSpPr>
          <p:cNvPr id="11" name="Desktop 11"/>
          <p:cNvSpPr txBox="1"/>
          <p:nvPr/>
        </p:nvSpPr>
        <p:spPr>
          <a:xfrm>
            <a:off x="11557000" y="6057900"/>
            <a:ext cx="35306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500" b="1">
                <a:solidFill>
                  <a:srgbClr val="183A2D"/>
                </a:solidFill>
                <a:latin typeface="Calibri"/>
              </a:rPr>
              <a:t>YOUR APPS</a:t>
            </a:r>
          </a:p>
        </p:txBody>
      </p:sp>
      <p:sp>
        <p:nvSpPr>
          <p:cNvPr id="12" name="Desktop 12"/>
          <p:cNvSpPr txBox="1"/>
          <p:nvPr/>
        </p:nvSpPr>
        <p:spPr>
          <a:xfrm>
            <a:off x="914400" y="8509000"/>
            <a:ext cx="14427200" cy="317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52685F"/>
                </a:solidFill>
                <a:latin typeface="Calibri"/>
              </a:rPr>
              <a:t>STARLING / A SOFTWARE FACTORY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5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sktop 3"/>
          <p:cNvSpPr txBox="1"/>
          <p:nvPr/>
        </p:nvSpPr>
        <p:spPr>
          <a:xfrm>
            <a:off x="914400" y="508000"/>
            <a:ext cx="144272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05 / GET STARLING DESKTOP</a:t>
            </a:r>
          </a:p>
        </p:txBody>
      </p:sp>
      <p:sp>
        <p:nvSpPr>
          <p:cNvPr id="4" name="Desktop 4"/>
          <p:cNvSpPr txBox="1"/>
          <p:nvPr/>
        </p:nvSpPr>
        <p:spPr>
          <a:xfrm>
            <a:off x="914400" y="1397000"/>
            <a:ext cx="9652000" cy="27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8200" b="1">
                <a:solidFill>
                  <a:srgbClr val="FFFFFF"/>
                </a:solidFill>
                <a:latin typeface="Calibri"/>
              </a:rPr>
              <a:t>Built in the open.</a:t>
            </a:r>
          </a:p>
          <a:p>
            <a:pPr>
              <a:lnSpc>
                <a:spcPct val="100000"/>
              </a:lnSpc>
            </a:pPr>
            <a:r>
              <a:rPr sz="8200" b="1">
                <a:solidFill>
                  <a:srgbClr val="FFFFFF"/>
                </a:solidFill>
                <a:latin typeface="Calibri"/>
              </a:rPr>
              <a:t>Yours to explore.</a:t>
            </a:r>
          </a:p>
        </p:txBody>
      </p:sp>
      <p:sp>
        <p:nvSpPr>
          <p:cNvPr id="5" name="Desktop 5"/>
          <p:cNvSpPr txBox="1"/>
          <p:nvPr/>
        </p:nvSpPr>
        <p:spPr>
          <a:xfrm>
            <a:off x="914400" y="4699000"/>
            <a:ext cx="9017000" cy="190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700" b="0">
                <a:solidFill>
                  <a:srgbClr val="CCE4D9"/>
                </a:solidFill>
                <a:latin typeface="Calibri"/>
              </a:rPr>
              <a:t>An early preview for Ubuntu.</a:t>
            </a:r>
          </a:p>
          <a:p>
            <a:pPr>
              <a:lnSpc>
                <a:spcPct val="100000"/>
              </a:lnSpc>
            </a:pPr>
            <a:r>
              <a:rPr sz="2700" b="0">
                <a:solidFill>
                  <a:srgbClr val="CCE4D9"/>
                </a:solidFill>
                <a:latin typeface="Calibri"/>
              </a:rPr>
              <a:t>Windows through WSL2.</a:t>
            </a:r>
          </a:p>
          <a:p>
            <a:pPr>
              <a:lnSpc>
                <a:spcPct val="100000"/>
              </a:lnSpc>
            </a:pPr>
            <a:r>
              <a:rPr sz="2700" b="0">
                <a:solidFill>
                  <a:srgbClr val="CCE4D9"/>
                </a:solidFill>
                <a:latin typeface="Calibri"/>
              </a:rPr>
              <a:t>Free to use. Open source. Apache 2.0.</a:t>
            </a:r>
          </a:p>
        </p:txBody>
      </p:sp>
      <p:sp>
        <p:nvSpPr>
          <p:cNvPr id="6" name="Desktop 6"/>
          <p:cNvSpPr txBox="1"/>
          <p:nvPr/>
        </p:nvSpPr>
        <p:spPr>
          <a:xfrm>
            <a:off x="11303000" y="2095500"/>
            <a:ext cx="4038600" cy="1422400"/>
          </a:xfrm>
          <a:prstGeom prst="rect">
            <a:avLst/>
          </a:prstGeom>
          <a:solidFill>
            <a:srgbClr val="244F3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Desktop 7"/>
          <p:cNvSpPr txBox="1"/>
          <p:nvPr/>
        </p:nvSpPr>
        <p:spPr>
          <a:xfrm>
            <a:off x="11557000" y="2552700"/>
            <a:ext cx="35306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USE IT</a:t>
            </a:r>
          </a:p>
        </p:txBody>
      </p:sp>
      <p:sp>
        <p:nvSpPr>
          <p:cNvPr id="8" name="Desktop 8"/>
          <p:cNvSpPr txBox="1"/>
          <p:nvPr/>
        </p:nvSpPr>
        <p:spPr>
          <a:xfrm>
            <a:off x="11303000" y="3848100"/>
            <a:ext cx="4038600" cy="1422400"/>
          </a:xfrm>
          <a:prstGeom prst="rect">
            <a:avLst/>
          </a:prstGeom>
          <a:solidFill>
            <a:srgbClr val="244F3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Desktop 9"/>
          <p:cNvSpPr txBox="1"/>
          <p:nvPr/>
        </p:nvSpPr>
        <p:spPr>
          <a:xfrm>
            <a:off x="11557000" y="4305300"/>
            <a:ext cx="35306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STUDY IT</a:t>
            </a:r>
          </a:p>
        </p:txBody>
      </p:sp>
      <p:sp>
        <p:nvSpPr>
          <p:cNvPr id="10" name="Desktop 10"/>
          <p:cNvSpPr txBox="1"/>
          <p:nvPr/>
        </p:nvSpPr>
        <p:spPr>
          <a:xfrm>
            <a:off x="11303000" y="5600700"/>
            <a:ext cx="4038600" cy="1422400"/>
          </a:xfrm>
          <a:prstGeom prst="rect">
            <a:avLst/>
          </a:prstGeom>
          <a:solidFill>
            <a:srgbClr val="244F3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Desktop 11"/>
          <p:cNvSpPr txBox="1"/>
          <p:nvPr/>
        </p:nvSpPr>
        <p:spPr>
          <a:xfrm>
            <a:off x="11557000" y="6057900"/>
            <a:ext cx="35306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BUILD ON IT</a:t>
            </a:r>
          </a:p>
        </p:txBody>
      </p:sp>
      <p:sp>
        <p:nvSpPr>
          <p:cNvPr id="12" name="Desktop 12"/>
          <p:cNvSpPr txBox="1"/>
          <p:nvPr/>
        </p:nvSpPr>
        <p:spPr>
          <a:xfrm>
            <a:off x="914400" y="8509000"/>
            <a:ext cx="14427200" cy="317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CCE4D9"/>
                </a:solidFill>
                <a:latin typeface="Calibri"/>
              </a:rPr>
              <a:t>STARLING / A SOFTWARE FACTORY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Starling">
  <a:themeElements>
    <a:clrScheme name="Starling">
      <a:dk1>
        <a:srgbClr val="1B1B1B"/>
      </a:dk1>
      <a:lt1>
        <a:srgbClr val="FFFFFF"/>
      </a:lt1>
      <a:dk2>
        <a:srgbClr val="1F2A44"/>
      </a:dk2>
      <a:lt2>
        <a:srgbClr val="E8EBF0"/>
      </a:lt2>
      <a:accent1>
        <a:srgbClr val="2B6CB0"/>
      </a:accent1>
      <a:accent2>
        <a:srgbClr val="DD6B20"/>
      </a:accent2>
      <a:accent3>
        <a:srgbClr val="718096"/>
      </a:accent3>
      <a:accent4>
        <a:srgbClr val="D69E2E"/>
      </a:accent4>
      <a:accent5>
        <a:srgbClr val="319795"/>
      </a:accent5>
      <a:accent6>
        <a:srgbClr val="38A169"/>
      </a:accent6>
      <a:hlink>
        <a:srgbClr val="0563C1"/>
      </a:hlink>
      <a:folHlink>
        <a:srgbClr val="954F72"/>
      </a:folHlink>
    </a:clrScheme>
    <a:fontScheme name="Starling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tarlin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arling">
  <a:themeElements>
    <a:clrScheme name="Starling">
      <a:dk1>
        <a:srgbClr val="1B1B1B"/>
      </a:dk1>
      <a:lt1>
        <a:srgbClr val="FFFFFF"/>
      </a:lt1>
      <a:dk2>
        <a:srgbClr val="1F2A44"/>
      </a:dk2>
      <a:lt2>
        <a:srgbClr val="E8EBF0"/>
      </a:lt2>
      <a:accent1>
        <a:srgbClr val="2B6CB0"/>
      </a:accent1>
      <a:accent2>
        <a:srgbClr val="DD6B20"/>
      </a:accent2>
      <a:accent3>
        <a:srgbClr val="718096"/>
      </a:accent3>
      <a:accent4>
        <a:srgbClr val="D69E2E"/>
      </a:accent4>
      <a:accent5>
        <a:srgbClr val="319795"/>
      </a:accent5>
      <a:accent6>
        <a:srgbClr val="38A169"/>
      </a:accent6>
      <a:hlink>
        <a:srgbClr val="0563C1"/>
      </a:hlink>
      <a:folHlink>
        <a:srgbClr val="954F72"/>
      </a:folHlink>
    </a:clrScheme>
    <a:fontScheme name="Starling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tarlin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Starling Slides</Application>
  <Slides>6</Slides>
  <PresentationFormat>On-screen Show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2026-10-07T22:59:21Z</dcterms:created>
  <dcterms:modified xsi:type="dcterms:W3CDTF">2026-10-07T22:59:21Z</dcterms:modified>
</cp:coreProperties>
</file>