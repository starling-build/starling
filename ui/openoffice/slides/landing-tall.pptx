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"/>
  </p:sldMasterIdLst>
  <p:notesMasterIdLst>
    <p:notesMasterId r:id="rIdNM"/>
  </p:notesMasterIdLst>
  <p:sldIdLst>
    <p:sldId id="256" r:id="rIdS1"/>
    <p:sldId id="257" r:id="rIdS2"/>
    <p:sldId id="258" r:id="rIdS3"/>
    <p:sldId id="259" r:id="rIdS4"/>
    <p:sldId id="260" r:id="rIdS5"/>
    <p:sldId id="261" r:id="rIdS6"/>
  </p:sldIdLst>
  <p:sldSz cx="5715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M" Type="http://schemas.openxmlformats.org/officeDocument/2006/relationships/slideMaster" Target="slideMasters/slideMaster1.xml"/><Relationship Id="rIdNM" Type="http://schemas.openxmlformats.org/officeDocument/2006/relationships/notesMaster" Target="notesMasters/notesMaster1.xml"/><Relationship Id="rIdPP" Type="http://schemas.openxmlformats.org/officeDocument/2006/relationships/presProps" Target="presProps.xml"/><Relationship Id="rIdVP" Type="http://schemas.openxmlformats.org/officeDocument/2006/relationships/viewProps" Target="viewProps.xml"/><Relationship Id="rIdTS" Type="http://schemas.openxmlformats.org/officeDocument/2006/relationships/tableStyles" Target="tableStyles.xml"/><Relationship Id="rIdT" Type="http://schemas.openxmlformats.org/officeDocument/2006/relationships/theme" Target="theme/theme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714375" y="1496907"/>
            <a:ext cx="4286250" cy="3183467"/>
          </a:xfrm>
        </p:spPr>
        <p:txBody>
          <a:bodyPr anchor="b">
            <a:normAutofit/>
          </a:bodyPr>
          <a:lstStyle>
            <a:lvl1pPr algn="ctr" marL="0" indent="0">
              <a:buNone/>
              <a:defRPr sz="6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714375" y="4802293"/>
            <a:ext cx="4286250" cy="2208107"/>
          </a:xfrm>
        </p:spPr>
        <p:txBody>
          <a:bodyPr anchor="t">
            <a:normAutofit/>
          </a:bodyPr>
          <a:lstStyle>
            <a:lvl1pPr algn="ctr" marL="0" indent="0">
              <a:buNone/>
              <a:defRPr sz="2400"/>
            </a:lvl1pPr>
          </a:lstStyle>
          <a:p>
            <a:r>
              <a:rPr lang="en-US"/>
              <a:t>Click to add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906" y="486833"/>
            <a:ext cx="4929188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906" y="2434167"/>
            <a:ext cx="4929188" cy="58013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9930" y="2279227"/>
            <a:ext cx="4929188" cy="3803227"/>
          </a:xfrm>
        </p:spPr>
        <p:txBody>
          <a:bodyPr anchor="b">
            <a:normAutofit/>
          </a:bodyPr>
          <a:lstStyle>
            <a:lvl1pPr marL="0" indent="0">
              <a:buNone/>
              <a:defRPr sz="6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9930" y="6119707"/>
            <a:ext cx="4929188" cy="199982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906" y="486833"/>
            <a:ext cx="4929188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Left Placeholder 2"/>
          <p:cNvSpPr>
            <a:spLocks noGrp="1"/>
          </p:cNvSpPr>
          <p:nvPr>
            <p:ph idx="1"/>
          </p:nvPr>
        </p:nvSpPr>
        <p:spPr>
          <a:xfrm>
            <a:off x="392906" y="2434167"/>
            <a:ext cx="2428875" cy="58013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Content Right Placeholder 3"/>
          <p:cNvSpPr>
            <a:spLocks noGrp="1"/>
          </p:cNvSpPr>
          <p:nvPr>
            <p:ph idx="2"/>
          </p:nvPr>
        </p:nvSpPr>
        <p:spPr>
          <a:xfrm>
            <a:off x="2893219" y="2434167"/>
            <a:ext cx="2428875" cy="58013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3502" y="486833"/>
            <a:ext cx="4929188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Heading Left Placeholder 2"/>
          <p:cNvSpPr>
            <a:spLocks noGrp="1"/>
          </p:cNvSpPr>
          <p:nvPr>
            <p:ph type="body" idx="1"/>
          </p:nvPr>
        </p:nvSpPr>
        <p:spPr>
          <a:xfrm>
            <a:off x="393502" y="2241973"/>
            <a:ext cx="2417564" cy="109897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Content Left Placeholder 3"/>
          <p:cNvSpPr>
            <a:spLocks noGrp="1"/>
          </p:cNvSpPr>
          <p:nvPr>
            <p:ph idx="2"/>
          </p:nvPr>
        </p:nvSpPr>
        <p:spPr>
          <a:xfrm>
            <a:off x="393502" y="3340947"/>
            <a:ext cx="2417564" cy="491574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Heading Right Placeholder 4"/>
          <p:cNvSpPr>
            <a:spLocks noGrp="1"/>
          </p:cNvSpPr>
          <p:nvPr>
            <p:ph type="body" idx="3"/>
          </p:nvPr>
        </p:nvSpPr>
        <p:spPr>
          <a:xfrm>
            <a:off x="2893219" y="2241973"/>
            <a:ext cx="2429470" cy="109897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6" name="Content Right Placeholder 5"/>
          <p:cNvSpPr>
            <a:spLocks noGrp="1"/>
          </p:cNvSpPr>
          <p:nvPr>
            <p:ph idx="4"/>
          </p:nvPr>
        </p:nvSpPr>
        <p:spPr>
          <a:xfrm>
            <a:off x="2893219" y="3340947"/>
            <a:ext cx="2429470" cy="491574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906" y="486833"/>
            <a:ext cx="4929188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Theme" Type="http://schemas.openxmlformats.org/officeDocument/2006/relationships/theme" Target="../theme/theme1.xml"/><Relationship Id="rIdL1" Type="http://schemas.openxmlformats.org/officeDocument/2006/relationships/slideLayout" Target="../slideLayouts/slideLayout1.xml"/><Relationship Id="rIdL2" Type="http://schemas.openxmlformats.org/officeDocument/2006/relationships/slideLayout" Target="../slideLayouts/slideLayout2.xml"/><Relationship Id="rIdL3" Type="http://schemas.openxmlformats.org/officeDocument/2006/relationships/slideLayout" Target="../slideLayouts/slideLayout3.xml"/><Relationship Id="rIdL4" Type="http://schemas.openxmlformats.org/officeDocument/2006/relationships/slideLayout" Target="../slideLayouts/slideLayout4.xml"/><Relationship Id="rIdL5" Type="http://schemas.openxmlformats.org/officeDocument/2006/relationships/slideLayout" Target="../slideLayouts/slideLayout5.xml"/><Relationship Id="rIdL6" Type="http://schemas.openxmlformats.org/officeDocument/2006/relationships/slideLayout" Target="../slideLayouts/slideLayout6.xml"/><Relationship Id="rIdL7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906" y="486833"/>
            <a:ext cx="4929188" cy="1767840"/>
          </a:xfrm>
        </p:spPr>
        <p:txBody>
          <a:bodyPr anchor="ctr">
            <a:normAutofit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392906" y="2434167"/>
            <a:ext cx="4929188" cy="5801360"/>
          </a:xfrm>
        </p:spPr>
        <p:txBody>
          <a:bodyPr anchor="t"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1"/>
    <p:sldLayoutId id="2147483650" r:id="rIdL2"/>
    <p:sldLayoutId id="2147483651" r:id="rIdL3"/>
    <p:sldLayoutId id="2147483652" r:id="rIdL4"/>
    <p:sldLayoutId id="2147483653" r:id="rIdL5"/>
    <p:sldLayoutId id="2147483654" r:id="rIdL6"/>
    <p:sldLayoutId id="2147483655" r:id="rIdL7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9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/>
          <p:nvPr/>
        </p:nvSpPr>
        <p:spPr>
          <a:xfrm>
            <a:off x="406400" y="508000"/>
            <a:ext cx="4902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STARLING OFFICE  /  OPEN SOURCE</a:t>
            </a:r>
            <a:endParaRPr lang="en-US" sz="13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406400" y="1422400"/>
            <a:ext cx="5080000" cy="772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Big ideas.</a:t>
            </a:r>
            <a:endParaRPr lang="en-US" sz="72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Start here.</a:t>
            </a:r>
            <a:endParaRPr lang="en-US" sz="72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4" name="TextBox 7"/>
          <p:cNvSpPr txBox="1"/>
          <p:nvPr/>
        </p:nvSpPr>
        <p:spPr>
          <a:xfrm>
            <a:off x="406400" y="4038600"/>
            <a:ext cx="4826000" cy="510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Writer. Slides. Sheets.</a:t>
            </a:r>
            <a:endParaRPr lang="en-US" sz="23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An open source office suite.</a:t>
            </a:r>
            <a:endParaRPr lang="en-US" sz="23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5" name="Rounded Rectangle 8"/>
          <p:cNvSpPr/>
          <p:nvPr/>
        </p:nvSpPr>
        <p:spPr>
          <a:xfrm>
            <a:off x="406400" y="6096000"/>
            <a:ext cx="1549400" cy="1981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6" name="Rounded Rectangle 9"/>
          <p:cNvSpPr/>
          <p:nvPr/>
        </p:nvSpPr>
        <p:spPr>
          <a:xfrm>
            <a:off x="584200" y="6273800"/>
            <a:ext cx="533400" cy="533400"/>
          </a:xfrm>
          <a:prstGeom prst="roundRect">
            <a:avLst/>
          </a:prstGeom>
          <a:solidFill>
            <a:srgbClr val="2449D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7" name="TextBox 10"/>
          <p:cNvSpPr txBox="1"/>
          <p:nvPr/>
        </p:nvSpPr>
        <p:spPr>
          <a:xfrm>
            <a:off x="698500" y="6299200"/>
            <a:ext cx="711200" cy="284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endParaRPr lang="en-US" sz="29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584200" y="7023100"/>
            <a:ext cx="1270000" cy="212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Writer</a:t>
            </a:r>
            <a:endParaRPr lang="en-US" sz="24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9" name="TextBox 12"/>
          <p:cNvSpPr txBox="1"/>
          <p:nvPr/>
        </p:nvSpPr>
        <p:spPr>
          <a:xfrm>
            <a:off x="584200" y="7556500"/>
            <a:ext cx="1270000" cy="158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Documents</a:t>
            </a:r>
            <a:endParaRPr lang="en-US" sz="13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0" name="Rounded Rectangle 13"/>
          <p:cNvSpPr/>
          <p:nvPr/>
        </p:nvSpPr>
        <p:spPr>
          <a:xfrm>
            <a:off x="2082800" y="6096000"/>
            <a:ext cx="1549400" cy="1981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1" name="Rounded Rectangle 14"/>
          <p:cNvSpPr/>
          <p:nvPr/>
        </p:nvSpPr>
        <p:spPr>
          <a:xfrm>
            <a:off x="2260600" y="6273800"/>
            <a:ext cx="533400" cy="533400"/>
          </a:xfrm>
          <a:prstGeom prst="roundRect">
            <a:avLst/>
          </a:prstGeom>
          <a:solidFill>
            <a:srgbClr val="E45B35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2" name="TextBox 15"/>
          <p:cNvSpPr txBox="1"/>
          <p:nvPr/>
        </p:nvSpPr>
        <p:spPr>
          <a:xfrm>
            <a:off x="2374900" y="6299200"/>
            <a:ext cx="711200" cy="284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lang="en-US" sz="29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3" name="TextBox 16"/>
          <p:cNvSpPr txBox="1"/>
          <p:nvPr/>
        </p:nvSpPr>
        <p:spPr>
          <a:xfrm>
            <a:off x="2260600" y="7023100"/>
            <a:ext cx="1270000" cy="212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Slides</a:t>
            </a:r>
            <a:endParaRPr lang="en-US" sz="24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4" name="TextBox 17"/>
          <p:cNvSpPr txBox="1"/>
          <p:nvPr/>
        </p:nvSpPr>
        <p:spPr>
          <a:xfrm>
            <a:off x="2260600" y="7556500"/>
            <a:ext cx="1270000" cy="158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Presentations</a:t>
            </a:r>
            <a:endParaRPr lang="en-US" sz="13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5" name="Rounded Rectangle 18"/>
          <p:cNvSpPr/>
          <p:nvPr/>
        </p:nvSpPr>
        <p:spPr>
          <a:xfrm>
            <a:off x="3759200" y="6096000"/>
            <a:ext cx="1549400" cy="1981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6" name="Rounded Rectangle 19"/>
          <p:cNvSpPr/>
          <p:nvPr/>
        </p:nvSpPr>
        <p:spPr>
          <a:xfrm>
            <a:off x="3937000" y="6273800"/>
            <a:ext cx="533400" cy="533400"/>
          </a:xfrm>
          <a:prstGeom prst="roundRect">
            <a:avLst/>
          </a:prstGeom>
          <a:solidFill>
            <a:srgbClr val="13794D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7" name="TextBox 20"/>
          <p:cNvSpPr txBox="1"/>
          <p:nvPr/>
        </p:nvSpPr>
        <p:spPr>
          <a:xfrm>
            <a:off x="4051300" y="6299200"/>
            <a:ext cx="711200" cy="284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endParaRPr lang="en-US" sz="29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8" name="TextBox 21"/>
          <p:cNvSpPr txBox="1"/>
          <p:nvPr/>
        </p:nvSpPr>
        <p:spPr>
          <a:xfrm>
            <a:off x="3937000" y="7023100"/>
            <a:ext cx="1270000" cy="212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Sheets</a:t>
            </a:r>
            <a:endParaRPr lang="en-US" sz="24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937000" y="7556500"/>
            <a:ext cx="1270000" cy="158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Spreadsheets</a:t>
            </a:r>
            <a:endParaRPr lang="en-US" sz="13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20" name="TextBox 23"/>
          <p:cNvSpPr txBox="1"/>
          <p:nvPr/>
        </p:nvSpPr>
        <p:spPr>
          <a:xfrm>
            <a:off x="406400" y="8458200"/>
            <a:ext cx="4902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THREE APPS. ONE OPEN SOURCE SUITE.</a:t>
            </a:r>
            <a:endParaRPr lang="en-US" sz="13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5"/>
          <p:cNvSpPr txBox="1"/>
          <p:nvPr/>
        </p:nvSpPr>
        <p:spPr>
          <a:xfrm>
            <a:off x="406400" y="508000"/>
            <a:ext cx="4902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2449DF"/>
                </a:solidFill>
                <a:latin typeface="Calibri"/>
                <a:cs typeface="Calibri"/>
              </a:rPr>
              <a:t>01  /  MEET WRITER</a:t>
            </a:r>
            <a:endParaRPr lang="en-US" sz="1300" b="1" i="0" u="none" strike="noStrike" dirty="0">
              <a:solidFill>
                <a:srgbClr val="2449DF"/>
              </a:solidFill>
              <a:latin typeface="Calibri"/>
              <a:cs typeface="Calibri"/>
            </a:endParaRPr>
          </a:p>
        </p:txBody>
      </p:sp>
      <p:sp>
        <p:nvSpPr>
          <p:cNvPr id="3" name="TextBox 26"/>
          <p:cNvSpPr txBox="1"/>
          <p:nvPr/>
        </p:nvSpPr>
        <p:spPr>
          <a:xfrm>
            <a:off x="406400" y="1193800"/>
            <a:ext cx="5080000" cy="795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Write something</a:t>
            </a:r>
            <a:endParaRPr lang="en-US" sz="49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great.</a:t>
            </a:r>
            <a:endParaRPr lang="en-US" sz="49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4" name="TextBox 27"/>
          <p:cNvSpPr txBox="1"/>
          <p:nvPr/>
        </p:nvSpPr>
        <p:spPr>
          <a:xfrm>
            <a:off x="406400" y="7239000"/>
            <a:ext cx="4953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A familiar ribbon. A clean page.</a:t>
            </a:r>
            <a:endParaRPr lang="en-US" sz="20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Room for your next big idea.</a:t>
            </a:r>
            <a:endParaRPr lang="en-US" sz="20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5" name="Rounded Rectangle 28"/>
          <p:cNvSpPr/>
          <p:nvPr/>
        </p:nvSpPr>
        <p:spPr>
          <a:xfrm>
            <a:off x="406400" y="3606800"/>
            <a:ext cx="4902200" cy="313096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6" name="TextBox 29"/>
          <p:cNvSpPr txBox="1"/>
          <p:nvPr/>
        </p:nvSpPr>
        <p:spPr>
          <a:xfrm>
            <a:off x="719497" y="3848332"/>
            <a:ext cx="4276007" cy="52956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7" b="1" i="0" u="none" strike="noStrike" dirty="0">
                <a:solidFill>
                  <a:srgbClr val="2449DF"/>
                </a:solidFill>
                <a:latin typeface="Calibri"/>
                <a:cs typeface="Calibri"/>
              </a:rPr>
              <a:t>PROJECT NOTES</a:t>
            </a:r>
            <a:endParaRPr lang="en-US" sz="1057" b="1" i="0" u="none" strike="noStrike" dirty="0">
              <a:solidFill>
                <a:srgbClr val="2449DF"/>
              </a:solidFill>
              <a:latin typeface="Calibri"/>
              <a:cs typeface="Calibri"/>
            </a:endParaRPr>
          </a:p>
        </p:txBody>
      </p:sp>
      <p:sp>
        <p:nvSpPr>
          <p:cNvPr id="7" name="TextBox 30"/>
          <p:cNvSpPr txBox="1"/>
          <p:nvPr/>
        </p:nvSpPr>
        <p:spPr>
          <a:xfrm>
            <a:off x="719497" y="4188265"/>
            <a:ext cx="4276007" cy="49557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36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Your next big idea.</a:t>
            </a:r>
            <a:endParaRPr lang="en-US" sz="2536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8" name="Rectangle 31"/>
          <p:cNvSpPr/>
          <p:nvPr/>
        </p:nvSpPr>
        <p:spPr>
          <a:xfrm>
            <a:off x="719497" y="4725003"/>
            <a:ext cx="4276007" cy="26837"/>
          </a:xfrm>
          <a:prstGeom prst="rect">
            <a:avLst/>
          </a:prstGeom>
          <a:solidFill>
            <a:srgbClr val="2449D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9" name="TextBox 32"/>
          <p:cNvSpPr txBox="1"/>
          <p:nvPr/>
        </p:nvSpPr>
        <p:spPr>
          <a:xfrm>
            <a:off x="719497" y="4975480"/>
            <a:ext cx="4276007" cy="4168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1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Start with a thought.</a:t>
            </a:r>
            <a:endParaRPr lang="en-US" sz="1761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1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Give it room to grow.</a:t>
            </a:r>
            <a:endParaRPr lang="en-US" sz="1761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0" name="Rounded Rectangle 33"/>
          <p:cNvSpPr/>
          <p:nvPr/>
        </p:nvSpPr>
        <p:spPr>
          <a:xfrm>
            <a:off x="719497" y="5843205"/>
            <a:ext cx="3846617" cy="71565"/>
          </a:xfrm>
          <a:prstGeom prst="roundRect">
            <a:avLst/>
          </a:prstGeom>
          <a:solidFill>
            <a:srgbClr val="E3E9FA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1" name="Rounded Rectangle 34"/>
          <p:cNvSpPr/>
          <p:nvPr/>
        </p:nvSpPr>
        <p:spPr>
          <a:xfrm>
            <a:off x="719497" y="6057900"/>
            <a:ext cx="4276007" cy="71565"/>
          </a:xfrm>
          <a:prstGeom prst="roundRect">
            <a:avLst/>
          </a:prstGeom>
          <a:solidFill>
            <a:srgbClr val="E3E9FA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2" name="Rounded Rectangle 35"/>
          <p:cNvSpPr/>
          <p:nvPr/>
        </p:nvSpPr>
        <p:spPr>
          <a:xfrm>
            <a:off x="719497" y="6272595"/>
            <a:ext cx="2952055" cy="71565"/>
          </a:xfrm>
          <a:prstGeom prst="roundRect">
            <a:avLst/>
          </a:prstGeom>
          <a:solidFill>
            <a:srgbClr val="E3E9FA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3" name="TextBox 36"/>
          <p:cNvSpPr txBox="1"/>
          <p:nvPr/>
        </p:nvSpPr>
        <p:spPr>
          <a:xfrm>
            <a:off x="406400" y="8305800"/>
            <a:ext cx="4902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2449DF"/>
                </a:solidFill>
                <a:latin typeface="Calibri"/>
                <a:cs typeface="Calibri"/>
              </a:rPr>
              <a:t>DOCX  ·  RTF  ·  MARKDOWN  ·  TEXT</a:t>
            </a:r>
            <a:endParaRPr lang="en-US" sz="1300" b="1" i="0" u="none" strike="noStrike" dirty="0">
              <a:solidFill>
                <a:srgbClr val="2449D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8"/>
          <p:cNvSpPr txBox="1"/>
          <p:nvPr/>
        </p:nvSpPr>
        <p:spPr>
          <a:xfrm>
            <a:off x="406400" y="508000"/>
            <a:ext cx="4902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C74724"/>
                </a:solidFill>
                <a:latin typeface="Calibri"/>
                <a:cs typeface="Calibri"/>
              </a:rPr>
              <a:t>02  /  MEET SLIDES</a:t>
            </a:r>
            <a:endParaRPr lang="en-US" sz="1300" b="1" i="0" u="none" strike="noStrike" dirty="0">
              <a:solidFill>
                <a:srgbClr val="C74724"/>
              </a:solidFill>
              <a:latin typeface="Calibri"/>
              <a:cs typeface="Calibri"/>
            </a:endParaRPr>
          </a:p>
        </p:txBody>
      </p:sp>
      <p:sp>
        <p:nvSpPr>
          <p:cNvPr id="3" name="TextBox 39"/>
          <p:cNvSpPr txBox="1"/>
          <p:nvPr/>
        </p:nvSpPr>
        <p:spPr>
          <a:xfrm>
            <a:off x="406400" y="1193800"/>
            <a:ext cx="5080000" cy="795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Make your</a:t>
            </a:r>
            <a:endParaRPr lang="en-US" sz="66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point.</a:t>
            </a:r>
            <a:endParaRPr lang="en-US" sz="66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4" name="TextBox 40"/>
          <p:cNvSpPr txBox="1"/>
          <p:nvPr/>
        </p:nvSpPr>
        <p:spPr>
          <a:xfrm>
            <a:off x="406400" y="7239000"/>
            <a:ext cx="4953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Build a deck. Tell your story.</a:t>
            </a:r>
            <a:endParaRPr lang="en-US" sz="21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Present it with confidence.</a:t>
            </a:r>
            <a:endParaRPr lang="en-US" sz="21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5" name="Rounded Rectangle 41"/>
          <p:cNvSpPr/>
          <p:nvPr/>
        </p:nvSpPr>
        <p:spPr>
          <a:xfrm>
            <a:off x="406400" y="3606800"/>
            <a:ext cx="4902200" cy="313096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6" name="TextBox 42"/>
          <p:cNvSpPr txBox="1"/>
          <p:nvPr/>
        </p:nvSpPr>
        <p:spPr>
          <a:xfrm>
            <a:off x="719497" y="3848332"/>
            <a:ext cx="4249170" cy="52956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8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A clear idea.</a:t>
            </a:r>
            <a:endParaRPr lang="en-US" sz="2958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7" name="TextBox 43"/>
          <p:cNvSpPr txBox="1"/>
          <p:nvPr/>
        </p:nvSpPr>
        <p:spPr>
          <a:xfrm>
            <a:off x="719497" y="4420851"/>
            <a:ext cx="4249170" cy="47231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7" b="1" i="0" u="none" strike="noStrike" dirty="0">
                <a:solidFill>
                  <a:srgbClr val="C74724"/>
                </a:solidFill>
                <a:latin typeface="Calibri"/>
                <a:cs typeface="Calibri"/>
              </a:rPr>
              <a:t>MAKE EVERY SLIDE COUNT</a:t>
            </a:r>
            <a:endParaRPr lang="en-US" sz="1057" b="1" i="0" u="none" strike="noStrike" dirty="0">
              <a:solidFill>
                <a:srgbClr val="C74724"/>
              </a:solidFill>
              <a:latin typeface="Calibri"/>
              <a:cs typeface="Calibri"/>
            </a:endParaRPr>
          </a:p>
        </p:txBody>
      </p:sp>
      <p:sp>
        <p:nvSpPr>
          <p:cNvPr id="8" name="Rounded Rectangle 44"/>
          <p:cNvSpPr/>
          <p:nvPr/>
        </p:nvSpPr>
        <p:spPr>
          <a:xfrm>
            <a:off x="782116" y="5610619"/>
            <a:ext cx="554628" cy="626193"/>
          </a:xfrm>
          <a:prstGeom prst="roundRect">
            <a:avLst/>
          </a:prstGeom>
          <a:solidFill>
            <a:srgbClr val="FFCBB8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9" name="Rounded Rectangle 45"/>
          <p:cNvSpPr/>
          <p:nvPr/>
        </p:nvSpPr>
        <p:spPr>
          <a:xfrm>
            <a:off x="1605113" y="5225957"/>
            <a:ext cx="554628" cy="1010855"/>
          </a:xfrm>
          <a:prstGeom prst="roundRect">
            <a:avLst/>
          </a:prstGeom>
          <a:solidFill>
            <a:srgbClr val="F2906D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0" name="Rounded Rectangle 46"/>
          <p:cNvSpPr/>
          <p:nvPr/>
        </p:nvSpPr>
        <p:spPr>
          <a:xfrm>
            <a:off x="2428110" y="4769731"/>
            <a:ext cx="554628" cy="1467082"/>
          </a:xfrm>
          <a:prstGeom prst="roundRect">
            <a:avLst/>
          </a:prstGeom>
          <a:solidFill>
            <a:srgbClr val="C74724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1" name="TextBox 47"/>
          <p:cNvSpPr txBox="1"/>
          <p:nvPr/>
        </p:nvSpPr>
        <p:spPr>
          <a:xfrm>
            <a:off x="3483693" y="5127555"/>
            <a:ext cx="1654940" cy="40164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8" b="1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Clear message</a:t>
            </a:r>
            <a:endParaRPr lang="en-US" sz="1268" b="1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2" name="TextBox 48"/>
          <p:cNvSpPr txBox="1"/>
          <p:nvPr/>
        </p:nvSpPr>
        <p:spPr>
          <a:xfrm>
            <a:off x="3483693" y="5512217"/>
            <a:ext cx="1654940" cy="3631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8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Strong visuals</a:t>
            </a:r>
            <a:endParaRPr lang="en-US" sz="1268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3" name="TextBox 49"/>
          <p:cNvSpPr txBox="1"/>
          <p:nvPr/>
        </p:nvSpPr>
        <p:spPr>
          <a:xfrm>
            <a:off x="3483693" y="5896879"/>
            <a:ext cx="1654940" cy="32471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8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Your next big idea</a:t>
            </a:r>
            <a:endParaRPr lang="en-US" sz="1268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4" name="TextBox 50"/>
          <p:cNvSpPr txBox="1"/>
          <p:nvPr/>
        </p:nvSpPr>
        <p:spPr>
          <a:xfrm>
            <a:off x="406400" y="8305800"/>
            <a:ext cx="4902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dirty="0">
                <a:solidFill>
                  <a:srgbClr val="C74724"/>
                </a:solidFill>
                <a:latin typeface="Calibri"/>
                <a:cs typeface="Calibri"/>
              </a:rPr>
              <a:t>PPTX  ·  THEMES  ·  CHARTS  ·  ANIMATIONS</a:t>
            </a:r>
            <a:endParaRPr lang="en-US" sz="1200" b="1" i="0" u="none" strike="noStrike" dirty="0">
              <a:solidFill>
                <a:srgbClr val="C74724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2"/>
          <p:cNvSpPr txBox="1"/>
          <p:nvPr/>
        </p:nvSpPr>
        <p:spPr>
          <a:xfrm>
            <a:off x="406400" y="508000"/>
            <a:ext cx="4902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13794D"/>
                </a:solidFill>
                <a:latin typeface="Calibri"/>
                <a:cs typeface="Calibri"/>
              </a:rPr>
              <a:t>03  /  MEET SHEETS</a:t>
            </a:r>
            <a:endParaRPr lang="en-US" sz="1300" b="1" i="0" u="none" strike="noStrike" dirty="0">
              <a:solidFill>
                <a:srgbClr val="13794D"/>
              </a:solidFill>
              <a:latin typeface="Calibri"/>
              <a:cs typeface="Calibri"/>
            </a:endParaRPr>
          </a:p>
        </p:txBody>
      </p:sp>
      <p:sp>
        <p:nvSpPr>
          <p:cNvPr id="3" name="TextBox 53"/>
          <p:cNvSpPr txBox="1"/>
          <p:nvPr/>
        </p:nvSpPr>
        <p:spPr>
          <a:xfrm>
            <a:off x="406400" y="1193800"/>
            <a:ext cx="5080000" cy="795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Let the numbers</a:t>
            </a:r>
            <a:endParaRPr lang="en-US" sz="48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tell the story.</a:t>
            </a:r>
            <a:endParaRPr lang="en-US" sz="48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4" name="TextBox 54"/>
          <p:cNvSpPr txBox="1"/>
          <p:nvPr/>
        </p:nvSpPr>
        <p:spPr>
          <a:xfrm>
            <a:off x="406400" y="7239000"/>
            <a:ext cx="4953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Organize your data.</a:t>
            </a:r>
            <a:endParaRPr lang="en-US" sz="22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Turn formulas into answers.</a:t>
            </a:r>
            <a:endParaRPr lang="en-US" sz="22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5" name="Rounded Rectangle 55"/>
          <p:cNvSpPr/>
          <p:nvPr/>
        </p:nvSpPr>
        <p:spPr>
          <a:xfrm>
            <a:off x="406400" y="3632200"/>
            <a:ext cx="4902200" cy="309705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6" name="Rounded Rectangle 56"/>
          <p:cNvSpPr/>
          <p:nvPr/>
        </p:nvSpPr>
        <p:spPr>
          <a:xfrm>
            <a:off x="547980" y="3773780"/>
            <a:ext cx="4619040" cy="407042"/>
          </a:xfrm>
          <a:prstGeom prst="roundRect">
            <a:avLst/>
          </a:prstGeom>
          <a:solidFill>
            <a:srgbClr val="E3F3E9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7" name="TextBox 57"/>
          <p:cNvSpPr txBox="1"/>
          <p:nvPr/>
        </p:nvSpPr>
        <p:spPr>
          <a:xfrm>
            <a:off x="689560" y="3844570"/>
            <a:ext cx="4335881" cy="5299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794D"/>
                </a:solidFill>
                <a:latin typeface="Calibri"/>
                <a:cs typeface="Calibri"/>
              </a:rPr>
              <a:t>fx    =SUM(C2:C4)</a:t>
            </a:r>
            <a:endParaRPr lang="en-US" sz="1533" b="0" i="0" u="none" strike="noStrike" dirty="0">
              <a:solidFill>
                <a:srgbClr val="13794D"/>
              </a:solidFill>
              <a:latin typeface="Calibri"/>
              <a:cs typeface="Calibri"/>
            </a:endParaRPr>
          </a:p>
        </p:txBody>
      </p:sp>
      <p:sp>
        <p:nvSpPr>
          <p:cNvPr id="8" name="Rectangle 58"/>
          <p:cNvSpPr/>
          <p:nvPr/>
        </p:nvSpPr>
        <p:spPr>
          <a:xfrm>
            <a:off x="547980" y="4357796"/>
            <a:ext cx="4619040" cy="424739"/>
          </a:xfrm>
          <a:prstGeom prst="rect">
            <a:avLst/>
          </a:prstGeom>
          <a:solidFill>
            <a:srgbClr val="E3F3E9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9" name="TextBox 59"/>
          <p:cNvSpPr txBox="1"/>
          <p:nvPr/>
        </p:nvSpPr>
        <p:spPr>
          <a:xfrm>
            <a:off x="689560" y="4428586"/>
            <a:ext cx="1468890" cy="47154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Project</a:t>
            </a:r>
            <a:endParaRPr lang="en-US" sz="1533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0" name="TextBox 60"/>
          <p:cNvSpPr txBox="1"/>
          <p:nvPr/>
        </p:nvSpPr>
        <p:spPr>
          <a:xfrm>
            <a:off x="2229240" y="4428586"/>
            <a:ext cx="1468890" cy="47154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Budget</a:t>
            </a:r>
            <a:endParaRPr lang="en-US" sz="1533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1" name="TextBox 61"/>
          <p:cNvSpPr txBox="1"/>
          <p:nvPr/>
        </p:nvSpPr>
        <p:spPr>
          <a:xfrm>
            <a:off x="3768920" y="4428586"/>
            <a:ext cx="1468890" cy="47154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Actual</a:t>
            </a:r>
            <a:endParaRPr lang="en-US" sz="1533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2" name="Rectangle 62"/>
          <p:cNvSpPr/>
          <p:nvPr/>
        </p:nvSpPr>
        <p:spPr>
          <a:xfrm>
            <a:off x="547980" y="4791384"/>
            <a:ext cx="4619040" cy="424739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3" name="TextBox 63"/>
          <p:cNvSpPr txBox="1"/>
          <p:nvPr/>
        </p:nvSpPr>
        <p:spPr>
          <a:xfrm>
            <a:off x="689560" y="4862174"/>
            <a:ext cx="1468890" cy="4281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Design</a:t>
            </a:r>
            <a:endParaRPr lang="en-US" sz="1533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4" name="TextBox 64"/>
          <p:cNvSpPr txBox="1"/>
          <p:nvPr/>
        </p:nvSpPr>
        <p:spPr>
          <a:xfrm>
            <a:off x="2229240" y="4862174"/>
            <a:ext cx="1468890" cy="4281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2,400</a:t>
            </a:r>
            <a:endParaRPr lang="en-US" sz="1533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5" name="TextBox 65"/>
          <p:cNvSpPr txBox="1"/>
          <p:nvPr/>
        </p:nvSpPr>
        <p:spPr>
          <a:xfrm>
            <a:off x="3768920" y="4862174"/>
            <a:ext cx="1468890" cy="4281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2,100</a:t>
            </a:r>
            <a:endParaRPr lang="en-US" sz="1533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6" name="Rectangle 66"/>
          <p:cNvSpPr/>
          <p:nvPr/>
        </p:nvSpPr>
        <p:spPr>
          <a:xfrm>
            <a:off x="547980" y="5224973"/>
            <a:ext cx="4619040" cy="424739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7" name="TextBox 67"/>
          <p:cNvSpPr txBox="1"/>
          <p:nvPr/>
        </p:nvSpPr>
        <p:spPr>
          <a:xfrm>
            <a:off x="689560" y="5295762"/>
            <a:ext cx="1468890" cy="38482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Build</a:t>
            </a:r>
            <a:endParaRPr lang="en-US" sz="1533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8" name="TextBox 68"/>
          <p:cNvSpPr txBox="1"/>
          <p:nvPr/>
        </p:nvSpPr>
        <p:spPr>
          <a:xfrm>
            <a:off x="2229240" y="5295762"/>
            <a:ext cx="1468890" cy="38482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6,800</a:t>
            </a:r>
            <a:endParaRPr lang="en-US" sz="1533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9" name="TextBox 69"/>
          <p:cNvSpPr txBox="1"/>
          <p:nvPr/>
        </p:nvSpPr>
        <p:spPr>
          <a:xfrm>
            <a:off x="3768920" y="5295762"/>
            <a:ext cx="1468890" cy="38482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6,500</a:t>
            </a:r>
            <a:endParaRPr lang="en-US" sz="1533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20" name="Rectangle 70"/>
          <p:cNvSpPr/>
          <p:nvPr/>
        </p:nvSpPr>
        <p:spPr>
          <a:xfrm>
            <a:off x="547980" y="5658561"/>
            <a:ext cx="4619040" cy="424739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1" name="TextBox 71"/>
          <p:cNvSpPr txBox="1"/>
          <p:nvPr/>
        </p:nvSpPr>
        <p:spPr>
          <a:xfrm>
            <a:off x="689560" y="5729351"/>
            <a:ext cx="1468890" cy="34146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Launch</a:t>
            </a:r>
            <a:endParaRPr lang="en-US" sz="1533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22" name="TextBox 72"/>
          <p:cNvSpPr txBox="1"/>
          <p:nvPr/>
        </p:nvSpPr>
        <p:spPr>
          <a:xfrm>
            <a:off x="2229240" y="5729351"/>
            <a:ext cx="1468890" cy="34146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1,800</a:t>
            </a:r>
            <a:endParaRPr lang="en-US" sz="1533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23" name="TextBox 73"/>
          <p:cNvSpPr txBox="1"/>
          <p:nvPr/>
        </p:nvSpPr>
        <p:spPr>
          <a:xfrm>
            <a:off x="3768920" y="5729351"/>
            <a:ext cx="1468890" cy="34146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1,400</a:t>
            </a:r>
            <a:endParaRPr lang="en-US" sz="1533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24" name="Rectangle 74"/>
          <p:cNvSpPr/>
          <p:nvPr/>
        </p:nvSpPr>
        <p:spPr>
          <a:xfrm>
            <a:off x="547980" y="6092149"/>
            <a:ext cx="4619040" cy="424739"/>
          </a:xfrm>
          <a:prstGeom prst="rect">
            <a:avLst/>
          </a:prstGeom>
          <a:solidFill>
            <a:srgbClr val="13794D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5" name="TextBox 75"/>
          <p:cNvSpPr txBox="1"/>
          <p:nvPr/>
        </p:nvSpPr>
        <p:spPr>
          <a:xfrm>
            <a:off x="689560" y="6162939"/>
            <a:ext cx="1468890" cy="2981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endParaRPr lang="en-US" sz="1533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6" name="TextBox 76"/>
          <p:cNvSpPr txBox="1"/>
          <p:nvPr/>
        </p:nvSpPr>
        <p:spPr>
          <a:xfrm>
            <a:off x="2229240" y="6162939"/>
            <a:ext cx="1468890" cy="2981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11,000</a:t>
            </a:r>
            <a:endParaRPr lang="en-US" sz="1533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7" name="TextBox 77"/>
          <p:cNvSpPr txBox="1"/>
          <p:nvPr/>
        </p:nvSpPr>
        <p:spPr>
          <a:xfrm>
            <a:off x="3768920" y="6162939"/>
            <a:ext cx="1468890" cy="2981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10,000</a:t>
            </a:r>
            <a:endParaRPr lang="en-US" sz="1533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8" name="TextBox 78"/>
          <p:cNvSpPr txBox="1"/>
          <p:nvPr/>
        </p:nvSpPr>
        <p:spPr>
          <a:xfrm>
            <a:off x="406400" y="8305800"/>
            <a:ext cx="4902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13794D"/>
                </a:solidFill>
                <a:latin typeface="Calibri"/>
                <a:cs typeface="Calibri"/>
              </a:rPr>
              <a:t>XLSX  ·  CSV  ·  FORMULAS  ·  FILTERS</a:t>
            </a:r>
            <a:endParaRPr lang="en-US" sz="1300" b="1" i="0" u="none" strike="noStrike" dirty="0">
              <a:solidFill>
                <a:srgbClr val="13794D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0"/>
          <p:cNvSpPr txBox="1"/>
          <p:nvPr/>
        </p:nvSpPr>
        <p:spPr>
          <a:xfrm>
            <a:off x="406400" y="508000"/>
            <a:ext cx="4902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2449DF"/>
                </a:solidFill>
                <a:latin typeface="Calibri"/>
                <a:cs typeface="Calibri"/>
              </a:rPr>
              <a:t>04  /  SIX PLATFORMS. ONE AMBITION.</a:t>
            </a:r>
            <a:endParaRPr lang="en-US" sz="1300" b="1" i="0" u="none" strike="noStrike" dirty="0">
              <a:solidFill>
                <a:srgbClr val="2449DF"/>
              </a:solidFill>
              <a:latin typeface="Calibri"/>
              <a:cs typeface="Calibri"/>
            </a:endParaRPr>
          </a:p>
        </p:txBody>
      </p:sp>
      <p:sp>
        <p:nvSpPr>
          <p:cNvPr id="3" name="TextBox 81"/>
          <p:cNvSpPr txBox="1"/>
          <p:nvPr/>
        </p:nvSpPr>
        <p:spPr>
          <a:xfrm>
            <a:off x="406400" y="1155700"/>
            <a:ext cx="5080000" cy="798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Your office.</a:t>
            </a:r>
            <a:endParaRPr lang="en-US" sz="59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Everywhere.</a:t>
            </a:r>
            <a:endParaRPr lang="en-US" sz="59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4" name="Rounded Rectangle 82"/>
          <p:cNvSpPr/>
          <p:nvPr/>
        </p:nvSpPr>
        <p:spPr>
          <a:xfrm>
            <a:off x="406400" y="3975100"/>
            <a:ext cx="2387600" cy="1104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5" name="TextBox 83"/>
          <p:cNvSpPr txBox="1"/>
          <p:nvPr/>
        </p:nvSpPr>
        <p:spPr>
          <a:xfrm>
            <a:off x="635000" y="4127500"/>
            <a:ext cx="2057400" cy="501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macOS</a:t>
            </a:r>
            <a:endParaRPr lang="en-US" sz="25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6" name="TextBox 84"/>
          <p:cNvSpPr txBox="1"/>
          <p:nvPr/>
        </p:nvSpPr>
        <p:spPr>
          <a:xfrm>
            <a:off x="635000" y="4610100"/>
            <a:ext cx="2057400" cy="453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7" name="Rounded Rectangle 85"/>
          <p:cNvSpPr/>
          <p:nvPr/>
        </p:nvSpPr>
        <p:spPr>
          <a:xfrm>
            <a:off x="2921000" y="3975100"/>
            <a:ext cx="2387600" cy="1104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8" name="TextBox 86"/>
          <p:cNvSpPr txBox="1"/>
          <p:nvPr/>
        </p:nvSpPr>
        <p:spPr>
          <a:xfrm>
            <a:off x="3149600" y="4127500"/>
            <a:ext cx="2057400" cy="501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Windows</a:t>
            </a:r>
            <a:endParaRPr lang="en-US" sz="25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9" name="TextBox 87"/>
          <p:cNvSpPr txBox="1"/>
          <p:nvPr/>
        </p:nvSpPr>
        <p:spPr>
          <a:xfrm>
            <a:off x="3149600" y="4610100"/>
            <a:ext cx="2057400" cy="453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0" name="Rounded Rectangle 88"/>
          <p:cNvSpPr/>
          <p:nvPr/>
        </p:nvSpPr>
        <p:spPr>
          <a:xfrm>
            <a:off x="406400" y="5232400"/>
            <a:ext cx="2387600" cy="1104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1" name="TextBox 89"/>
          <p:cNvSpPr txBox="1"/>
          <p:nvPr/>
        </p:nvSpPr>
        <p:spPr>
          <a:xfrm>
            <a:off x="635000" y="5384800"/>
            <a:ext cx="2057400" cy="375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Linux</a:t>
            </a:r>
            <a:endParaRPr lang="en-US" sz="25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2" name="TextBox 90"/>
          <p:cNvSpPr txBox="1"/>
          <p:nvPr/>
        </p:nvSpPr>
        <p:spPr>
          <a:xfrm>
            <a:off x="635000" y="5867400"/>
            <a:ext cx="2057400" cy="327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3" name="Rounded Rectangle 91"/>
          <p:cNvSpPr/>
          <p:nvPr/>
        </p:nvSpPr>
        <p:spPr>
          <a:xfrm>
            <a:off x="2921000" y="5232400"/>
            <a:ext cx="2387600" cy="1104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4" name="TextBox 92"/>
          <p:cNvSpPr txBox="1"/>
          <p:nvPr/>
        </p:nvSpPr>
        <p:spPr>
          <a:xfrm>
            <a:off x="3149600" y="5384800"/>
            <a:ext cx="2057400" cy="375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iOS</a:t>
            </a:r>
            <a:endParaRPr lang="en-US" sz="25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5" name="TextBox 93"/>
          <p:cNvSpPr txBox="1"/>
          <p:nvPr/>
        </p:nvSpPr>
        <p:spPr>
          <a:xfrm>
            <a:off x="3149600" y="5867400"/>
            <a:ext cx="2057400" cy="327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6" name="Rounded Rectangle 94"/>
          <p:cNvSpPr/>
          <p:nvPr/>
        </p:nvSpPr>
        <p:spPr>
          <a:xfrm>
            <a:off x="406400" y="6489700"/>
            <a:ext cx="2387600" cy="1104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7" name="TextBox 95"/>
          <p:cNvSpPr txBox="1"/>
          <p:nvPr/>
        </p:nvSpPr>
        <p:spPr>
          <a:xfrm>
            <a:off x="635000" y="6642100"/>
            <a:ext cx="2057400" cy="2501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Android</a:t>
            </a:r>
            <a:endParaRPr lang="en-US" sz="25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8" name="TextBox 96"/>
          <p:cNvSpPr txBox="1"/>
          <p:nvPr/>
        </p:nvSpPr>
        <p:spPr>
          <a:xfrm>
            <a:off x="635000" y="7124700"/>
            <a:ext cx="2057400" cy="201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9" name="Rounded Rectangle 97"/>
          <p:cNvSpPr/>
          <p:nvPr/>
        </p:nvSpPr>
        <p:spPr>
          <a:xfrm>
            <a:off x="2921000" y="6489700"/>
            <a:ext cx="2387600" cy="1104900"/>
          </a:xfrm>
          <a:prstGeom prst="roundRect">
            <a:avLst/>
          </a:prstGeom>
          <a:solidFill>
            <a:srgbClr val="2449D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0" name="TextBox 98"/>
          <p:cNvSpPr txBox="1"/>
          <p:nvPr/>
        </p:nvSpPr>
        <p:spPr>
          <a:xfrm>
            <a:off x="3149600" y="6642100"/>
            <a:ext cx="2057400" cy="2501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endParaRPr lang="en-US" sz="25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1" name="TextBox 99"/>
          <p:cNvSpPr txBox="1"/>
          <p:nvPr/>
        </p:nvSpPr>
        <p:spPr>
          <a:xfrm>
            <a:off x="3149600" y="7124700"/>
            <a:ext cx="2057400" cy="201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In your browser</a:t>
            </a:r>
            <a:endParaRPr lang="en-US" sz="15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2" name="TextBox 100"/>
          <p:cNvSpPr txBox="1"/>
          <p:nvPr/>
        </p:nvSpPr>
        <p:spPr>
          <a:xfrm>
            <a:off x="406400" y="8153400"/>
            <a:ext cx="49022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Documents. Presentations. Spreadsheets.</a:t>
            </a:r>
            <a:endParaRPr lang="en-US" sz="16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Across your devices. Built in the open.</a:t>
            </a:r>
            <a:endParaRPr lang="en-US" sz="16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2"/>
          <p:cNvSpPr txBox="1"/>
          <p:nvPr/>
        </p:nvSpPr>
        <p:spPr>
          <a:xfrm>
            <a:off x="406400" y="508000"/>
            <a:ext cx="4902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A8B9FF"/>
                </a:solidFill>
                <a:latin typeface="Calibri"/>
                <a:cs typeface="Calibri"/>
              </a:rPr>
              <a:t>05  /  OPEN SOURCE. FROM THE START.</a:t>
            </a:r>
            <a:endParaRPr lang="en-US" sz="1300" b="1" i="0" u="none" strike="noStrike" dirty="0">
              <a:solidFill>
                <a:srgbClr val="A8B9FF"/>
              </a:solidFill>
              <a:latin typeface="Calibri"/>
              <a:cs typeface="Calibri"/>
            </a:endParaRPr>
          </a:p>
        </p:txBody>
      </p:sp>
      <p:sp>
        <p:nvSpPr>
          <p:cNvPr id="3" name="TextBox 103"/>
          <p:cNvSpPr txBox="1"/>
          <p:nvPr/>
        </p:nvSpPr>
        <p:spPr>
          <a:xfrm>
            <a:off x="406400" y="1422400"/>
            <a:ext cx="5080000" cy="772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Open code.</a:t>
            </a:r>
            <a:endParaRPr lang="en-US" sz="67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Shared</a:t>
            </a:r>
            <a:endParaRPr lang="en-US" sz="67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ambition.</a:t>
            </a:r>
            <a:endParaRPr lang="en-US" sz="67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4" name="TextBox 104"/>
          <p:cNvSpPr txBox="1"/>
          <p:nvPr/>
        </p:nvSpPr>
        <p:spPr>
          <a:xfrm>
            <a:off x="406400" y="5181600"/>
            <a:ext cx="4902200" cy="396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dirty="0">
                <a:solidFill>
                  <a:srgbClr val="CCD6EE"/>
                </a:solidFill>
                <a:latin typeface="Calibri"/>
                <a:cs typeface="Calibri"/>
              </a:rPr>
              <a:t>Read the code. Follow the progress.</a:t>
            </a:r>
            <a:endParaRPr lang="en-US" sz="2300" b="0" i="0" u="none" strike="noStrike" dirty="0">
              <a:solidFill>
                <a:srgbClr val="CCD6EE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dirty="0">
                <a:solidFill>
                  <a:srgbClr val="CCD6EE"/>
                </a:solidFill>
                <a:latin typeface="Calibri"/>
                <a:cs typeface="Calibri"/>
              </a:rPr>
              <a:t>Help shape what comes next.</a:t>
            </a:r>
            <a:endParaRPr lang="en-US" sz="2300" b="0" i="0" u="none" strike="noStrike" dirty="0">
              <a:solidFill>
                <a:srgbClr val="CCD6EE"/>
              </a:solidFill>
              <a:latin typeface="Calibri"/>
              <a:cs typeface="Calibri"/>
            </a:endParaRPr>
          </a:p>
        </p:txBody>
      </p:sp>
      <p:sp>
        <p:nvSpPr>
          <p:cNvPr id="5" name="TextBox 105"/>
          <p:cNvSpPr txBox="1"/>
          <p:nvPr/>
        </p:nvSpPr>
        <p:spPr>
          <a:xfrm>
            <a:off x="406400" y="6832600"/>
            <a:ext cx="4902200" cy="231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dirty="0">
                <a:solidFill>
                  <a:srgbClr val="A8B9FF"/>
                </a:solidFill>
                <a:latin typeface="Calibri"/>
                <a:cs typeface="Calibri"/>
              </a:rPr>
              <a:t>Built on the Starling SDK.</a:t>
            </a:r>
            <a:endParaRPr lang="en-US" sz="2000" b="0" i="0" u="none" strike="noStrike" dirty="0">
              <a:solidFill>
                <a:srgbClr val="A8B9FF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dirty="0">
                <a:solidFill>
                  <a:srgbClr val="A8B9FF"/>
                </a:solidFill>
                <a:latin typeface="Calibri"/>
                <a:cs typeface="Calibri"/>
              </a:rPr>
              <a:t>Apache 2.0 licensed.</a:t>
            </a:r>
            <a:endParaRPr lang="en-US" sz="2000" b="0" i="0" u="none" strike="noStrike" dirty="0">
              <a:solidFill>
                <a:srgbClr val="A8B9FF"/>
              </a:solidFill>
              <a:latin typeface="Calibri"/>
              <a:cs typeface="Calibri"/>
            </a:endParaRPr>
          </a:p>
        </p:txBody>
      </p:sp>
      <p:sp>
        <p:nvSpPr>
          <p:cNvPr id="6" name="TextBox 106"/>
          <p:cNvSpPr txBox="1"/>
          <p:nvPr/>
        </p:nvSpPr>
        <p:spPr>
          <a:xfrm>
            <a:off x="406400" y="8394700"/>
            <a:ext cx="4902200" cy="74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A8B9FF"/>
                </a:solidFill>
                <a:latin typeface="Calibri"/>
                <a:cs typeface="Calibri"/>
              </a:rPr>
              <a:t>WRITER  ·  SLIDES  ·  SHEETS</a:t>
            </a:r>
            <a:endParaRPr lang="en-US" sz="1300" b="1" i="0" u="none" strike="noStrike" dirty="0">
              <a:solidFill>
                <a:srgbClr val="A8B9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Starling">
  <a:themeElements>
    <a:clrScheme name="Starling">
      <a:dk1>
        <a:srgbClr val="1B1B1B"/>
      </a:dk1>
      <a:lt1>
        <a:srgbClr val="FFFFFF"/>
      </a:lt1>
      <a:dk2>
        <a:srgbClr val="1F2A44"/>
      </a:dk2>
      <a:lt2>
        <a:srgbClr val="E8EBF0"/>
      </a:lt2>
      <a:accent1>
        <a:srgbClr val="2B6CB0"/>
      </a:accent1>
      <a:accent2>
        <a:srgbClr val="DD6B20"/>
      </a:accent2>
      <a:accent3>
        <a:srgbClr val="718096"/>
      </a:accent3>
      <a:accent4>
        <a:srgbClr val="D69E2E"/>
      </a:accent4>
      <a:accent5>
        <a:srgbClr val="319795"/>
      </a:accent5>
      <a:accent6>
        <a:srgbClr val="38A169"/>
      </a:accent6>
      <a:hlink>
        <a:srgbClr val="0563C1"/>
      </a:hlink>
      <a:folHlink>
        <a:srgbClr val="954F72"/>
      </a:folHlink>
    </a:clrScheme>
    <a:fontScheme name="Starling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tar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arling">
  <a:themeElements>
    <a:clrScheme name="Starling">
      <a:dk1>
        <a:srgbClr val="1B1B1B"/>
      </a:dk1>
      <a:lt1>
        <a:srgbClr val="FFFFFF"/>
      </a:lt1>
      <a:dk2>
        <a:srgbClr val="1F2A44"/>
      </a:dk2>
      <a:lt2>
        <a:srgbClr val="E8EBF0"/>
      </a:lt2>
      <a:accent1>
        <a:srgbClr val="2B6CB0"/>
      </a:accent1>
      <a:accent2>
        <a:srgbClr val="DD6B20"/>
      </a:accent2>
      <a:accent3>
        <a:srgbClr val="718096"/>
      </a:accent3>
      <a:accent4>
        <a:srgbClr val="D69E2E"/>
      </a:accent4>
      <a:accent5>
        <a:srgbClr val="319795"/>
      </a:accent5>
      <a:accent6>
        <a:srgbClr val="38A169"/>
      </a:accent6>
      <a:hlink>
        <a:srgbClr val="0563C1"/>
      </a:hlink>
      <a:folHlink>
        <a:srgbClr val="954F72"/>
      </a:folHlink>
    </a:clrScheme>
    <a:fontScheme name="Starling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tar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Starling Slides</Application>
  <Slides>6</Slides>
  <PresentationFormat>On-screen Show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2026-10-07T13:30:10Z</dcterms:created>
  <dcterms:modified xsi:type="dcterms:W3CDTF">2026-10-07T13:30:10Z</dcterms:modified>
</cp:coreProperties>
</file>