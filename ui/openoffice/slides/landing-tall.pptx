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"/>
  </p:sldMasterIdLst>
  <p:notesMasterIdLst>
    <p:notesMasterId r:id="rIdNM"/>
  </p:notesMasterIdLst>
  <p:sldIdLst>
    <p:sldId id="256" r:id="rIdS1"/>
    <p:sldId id="257" r:id="rIdS2"/>
    <p:sldId id="258" r:id="rIdS3"/>
    <p:sldId id="259" r:id="rIdS4"/>
    <p:sldId id="260" r:id="rIdS5"/>
    <p:sldId id="261" r:id="rIdS6"/>
  </p:sldIdLst>
  <p:sldSz cx="5715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M" Type="http://schemas.openxmlformats.org/officeDocument/2006/relationships/slideMaster" Target="slideMasters/slideMaster1.xml"/><Relationship Id="rIdNM" Type="http://schemas.openxmlformats.org/officeDocument/2006/relationships/notesMaster" Target="notesMasters/notesMaster1.xml"/><Relationship Id="rIdPP" Type="http://schemas.openxmlformats.org/officeDocument/2006/relationships/presProps" Target="presProps.xml"/><Relationship Id="rIdVP" Type="http://schemas.openxmlformats.org/officeDocument/2006/relationships/viewProps" Target="viewProps.xml"/><Relationship Id="rIdTS" Type="http://schemas.openxmlformats.org/officeDocument/2006/relationships/tableStyles" Target="tableStyles.xml"/><Relationship Id="rIdT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ctrTitle"/>
          </p:nvPr>
        </p:nvSpPr>
        <p:spPr>
          <a:xfrm>
            <a:off x="714375" y="1496907"/>
            <a:ext cx="4286250" cy="3183467"/>
          </a:xfrm>
        </p:spPr>
        <p:txBody>
          <a:bodyPr anchor="b">
            <a:normAutofit/>
          </a:bodyPr>
          <a:lstStyle>
            <a:lvl1pPr algn="ctr"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btitle Placeholder 2"/>
          <p:cNvSpPr>
            <a:spLocks noGrp="1"/>
          </p:cNvSpPr>
          <p:nvPr>
            <p:ph type="subTitle" idx="1"/>
          </p:nvPr>
        </p:nvSpPr>
        <p:spPr>
          <a:xfrm>
            <a:off x="714375" y="4802293"/>
            <a:ext cx="4286250" cy="2208107"/>
          </a:xfrm>
        </p:spPr>
        <p:txBody>
          <a:bodyPr anchor="t">
            <a:normAutofit/>
          </a:bodyPr>
          <a:lstStyle>
            <a:lvl1pPr algn="ctr" marL="0" indent="0">
              <a:buNone/>
              <a:defRPr sz="2400"/>
            </a:lvl1pPr>
          </a:lstStyle>
          <a:p>
            <a:r>
              <a:rPr lang="en-US"/>
              <a:t>Click to add 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906" y="2434167"/>
            <a:ext cx="4929188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9930" y="2279227"/>
            <a:ext cx="4929188" cy="3803227"/>
          </a:xfrm>
        </p:spPr>
        <p:txBody>
          <a:bodyPr anchor="b">
            <a:normAutofit/>
          </a:bodyPr>
          <a:lstStyle>
            <a:lvl1pPr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9930" y="6119707"/>
            <a:ext cx="4929188" cy="199982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Left Placeholder 2"/>
          <p:cNvSpPr>
            <a:spLocks noGrp="1"/>
          </p:cNvSpPr>
          <p:nvPr>
            <p:ph idx="1"/>
          </p:nvPr>
        </p:nvSpPr>
        <p:spPr>
          <a:xfrm>
            <a:off x="392906" y="2434167"/>
            <a:ext cx="2428875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Right Placeholder 3"/>
          <p:cNvSpPr>
            <a:spLocks noGrp="1"/>
          </p:cNvSpPr>
          <p:nvPr>
            <p:ph idx="2"/>
          </p:nvPr>
        </p:nvSpPr>
        <p:spPr>
          <a:xfrm>
            <a:off x="2893219" y="2434167"/>
            <a:ext cx="2428875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502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Heading Left Placeholder 2"/>
          <p:cNvSpPr>
            <a:spLocks noGrp="1"/>
          </p:cNvSpPr>
          <p:nvPr>
            <p:ph type="body" idx="1"/>
          </p:nvPr>
        </p:nvSpPr>
        <p:spPr>
          <a:xfrm>
            <a:off x="393502" y="2241973"/>
            <a:ext cx="2417564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Left Placeholder 3"/>
          <p:cNvSpPr>
            <a:spLocks noGrp="1"/>
          </p:cNvSpPr>
          <p:nvPr>
            <p:ph idx="2"/>
          </p:nvPr>
        </p:nvSpPr>
        <p:spPr>
          <a:xfrm>
            <a:off x="393502" y="3340947"/>
            <a:ext cx="2417564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Heading Right Placeholder 4"/>
          <p:cNvSpPr>
            <a:spLocks noGrp="1"/>
          </p:cNvSpPr>
          <p:nvPr>
            <p:ph type="body" idx="3"/>
          </p:nvPr>
        </p:nvSpPr>
        <p:spPr>
          <a:xfrm>
            <a:off x="2893219" y="2241973"/>
            <a:ext cx="2429470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6" name="Content Right Placeholder 5"/>
          <p:cNvSpPr>
            <a:spLocks noGrp="1"/>
          </p:cNvSpPr>
          <p:nvPr>
            <p:ph idx="4"/>
          </p:nvPr>
        </p:nvSpPr>
        <p:spPr>
          <a:xfrm>
            <a:off x="2893219" y="3340947"/>
            <a:ext cx="2429470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Relationship Id="rIdL1" Type="http://schemas.openxmlformats.org/officeDocument/2006/relationships/slideLayout" Target="../slideLayouts/slideLayout1.xml"/><Relationship Id="rIdL2" Type="http://schemas.openxmlformats.org/officeDocument/2006/relationships/slideLayout" Target="../slideLayouts/slideLayout2.xml"/><Relationship Id="rIdL3" Type="http://schemas.openxmlformats.org/officeDocument/2006/relationships/slideLayout" Target="../slideLayouts/slideLayout3.xml"/><Relationship Id="rIdL4" Type="http://schemas.openxmlformats.org/officeDocument/2006/relationships/slideLayout" Target="../slideLayouts/slideLayout4.xml"/><Relationship Id="rIdL5" Type="http://schemas.openxmlformats.org/officeDocument/2006/relationships/slideLayout" Target="../slideLayouts/slideLayout5.xml"/><Relationship Id="rIdL6" Type="http://schemas.openxmlformats.org/officeDocument/2006/relationships/slideLayout" Target="../slideLayouts/slideLayout6.xml"/><Relationship Id="rIdL7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392906" y="2434167"/>
            <a:ext cx="4929188" cy="5801360"/>
          </a:xfrm>
        </p:spPr>
        <p:txBody>
          <a:bodyPr anchor="t">
            <a:normAutofit/>
          </a:bodyPr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1"/>
    <p:sldLayoutId id="2147483650" r:id="rIdL2"/>
    <p:sldLayoutId id="2147483651" r:id="rIdL3"/>
    <p:sldLayoutId id="2147483652" r:id="rIdL4"/>
    <p:sldLayoutId id="2147483653" r:id="rIdL5"/>
    <p:sldLayoutId id="2147483654" r:id="rIdL6"/>
    <p:sldLayoutId id="2147483655" r:id="rIdL7"/>
  </p:sldLayoutIdLst>
  <p:txStyles>
    <p:title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49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STARLING OFFICE  /  OPEN SOURCE</a:t>
            </a:r>
            <a:endParaRPr lang="en-US" sz="13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3" name="TextBox 6"/>
          <p:cNvSpPr txBox="1"/>
          <p:nvPr/>
        </p:nvSpPr>
        <p:spPr>
          <a:xfrm>
            <a:off x="406400" y="1422400"/>
            <a:ext cx="5080000" cy="772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Big ideas.</a:t>
            </a:r>
            <a:endParaRPr lang="en-US" sz="7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Start here.</a:t>
            </a:r>
            <a:endParaRPr lang="en-US" sz="7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7"/>
          <p:cNvSpPr txBox="1"/>
          <p:nvPr/>
        </p:nvSpPr>
        <p:spPr>
          <a:xfrm>
            <a:off x="406400" y="4038600"/>
            <a:ext cx="4826000" cy="5105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Writer. Slides. Sheets.</a:t>
            </a:r>
            <a:endParaRPr lang="en-US" sz="23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An open source office suite.</a:t>
            </a:r>
            <a:endParaRPr lang="en-US" sz="23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5" name="Rounded Rectangle 8"/>
          <p:cNvSpPr/>
          <p:nvPr/>
        </p:nvSpPr>
        <p:spPr>
          <a:xfrm>
            <a:off x="406400" y="6096000"/>
            <a:ext cx="1549400" cy="1981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9"/>
          <p:cNvSpPr/>
          <p:nvPr/>
        </p:nvSpPr>
        <p:spPr>
          <a:xfrm>
            <a:off x="584200" y="6273800"/>
            <a:ext cx="533400" cy="5334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10"/>
          <p:cNvSpPr txBox="1"/>
          <p:nvPr/>
        </p:nvSpPr>
        <p:spPr>
          <a:xfrm>
            <a:off x="698500" y="6299200"/>
            <a:ext cx="711200" cy="284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</a:t>
            </a:r>
            <a:endParaRPr lang="en-US" sz="29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8" name="TextBox 11"/>
          <p:cNvSpPr txBox="1"/>
          <p:nvPr/>
        </p:nvSpPr>
        <p:spPr>
          <a:xfrm>
            <a:off x="584200" y="7023100"/>
            <a:ext cx="1270000" cy="212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Writer</a:t>
            </a:r>
            <a:endParaRPr lang="en-US" sz="24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9" name="TextBox 12"/>
          <p:cNvSpPr txBox="1"/>
          <p:nvPr/>
        </p:nvSpPr>
        <p:spPr>
          <a:xfrm>
            <a:off x="584200" y="7556500"/>
            <a:ext cx="1270000" cy="158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Documents</a:t>
            </a:r>
            <a:endParaRPr lang="en-US" sz="13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13"/>
          <p:cNvSpPr/>
          <p:nvPr/>
        </p:nvSpPr>
        <p:spPr>
          <a:xfrm>
            <a:off x="2082800" y="6096000"/>
            <a:ext cx="1549400" cy="1981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14"/>
          <p:cNvSpPr/>
          <p:nvPr/>
        </p:nvSpPr>
        <p:spPr>
          <a:xfrm>
            <a:off x="2260600" y="6273800"/>
            <a:ext cx="533400" cy="533400"/>
          </a:xfrm>
          <a:prstGeom prst="roundRect">
            <a:avLst/>
          </a:prstGeom>
          <a:solidFill>
            <a:srgbClr val="E45B3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TextBox 15"/>
          <p:cNvSpPr txBox="1"/>
          <p:nvPr/>
        </p:nvSpPr>
        <p:spPr>
          <a:xfrm>
            <a:off x="2374900" y="6299200"/>
            <a:ext cx="711200" cy="284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</a:t>
            </a:r>
            <a:endParaRPr lang="en-US" sz="29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16"/>
          <p:cNvSpPr txBox="1"/>
          <p:nvPr/>
        </p:nvSpPr>
        <p:spPr>
          <a:xfrm>
            <a:off x="2260600" y="7023100"/>
            <a:ext cx="1270000" cy="212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Slides</a:t>
            </a:r>
            <a:endParaRPr lang="en-US" sz="24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4" name="TextBox 17"/>
          <p:cNvSpPr txBox="1"/>
          <p:nvPr/>
        </p:nvSpPr>
        <p:spPr>
          <a:xfrm>
            <a:off x="2260600" y="7556500"/>
            <a:ext cx="1270000" cy="158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Presentations</a:t>
            </a:r>
            <a:endParaRPr lang="en-US" sz="13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5" name="Rounded Rectangle 18"/>
          <p:cNvSpPr/>
          <p:nvPr/>
        </p:nvSpPr>
        <p:spPr>
          <a:xfrm>
            <a:off x="3759200" y="6096000"/>
            <a:ext cx="1549400" cy="1981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6" name="Rounded Rectangle 19"/>
          <p:cNvSpPr/>
          <p:nvPr/>
        </p:nvSpPr>
        <p:spPr>
          <a:xfrm>
            <a:off x="3937000" y="6273800"/>
            <a:ext cx="533400" cy="533400"/>
          </a:xfrm>
          <a:prstGeom prst="roundRect">
            <a:avLst/>
          </a:prstGeom>
          <a:solidFill>
            <a:srgbClr val="13794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20"/>
          <p:cNvSpPr txBox="1"/>
          <p:nvPr/>
        </p:nvSpPr>
        <p:spPr>
          <a:xfrm>
            <a:off x="4051300" y="6299200"/>
            <a:ext cx="711200" cy="284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#</a:t>
            </a:r>
            <a:endParaRPr lang="en-US" sz="29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8" name="TextBox 21"/>
          <p:cNvSpPr txBox="1"/>
          <p:nvPr/>
        </p:nvSpPr>
        <p:spPr>
          <a:xfrm>
            <a:off x="3937000" y="7023100"/>
            <a:ext cx="1270000" cy="212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Sheets</a:t>
            </a:r>
            <a:endParaRPr lang="en-US" sz="24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22"/>
          <p:cNvSpPr txBox="1"/>
          <p:nvPr/>
        </p:nvSpPr>
        <p:spPr>
          <a:xfrm>
            <a:off x="3937000" y="7556500"/>
            <a:ext cx="1270000" cy="158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Spreadsheets</a:t>
            </a:r>
            <a:endParaRPr lang="en-US" sz="13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0" name="TextBox 23"/>
          <p:cNvSpPr txBox="1"/>
          <p:nvPr/>
        </p:nvSpPr>
        <p:spPr>
          <a:xfrm>
            <a:off x="406400" y="8458200"/>
            <a:ext cx="49022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THREE APPS. ONE OPEN SOURCE SUITE.</a:t>
            </a:r>
            <a:endParaRPr lang="en-US" sz="13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5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01  /  MEET WRITER</a:t>
            </a:r>
            <a:endParaRPr lang="en-US" sz="13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26"/>
          <p:cNvSpPr txBox="1"/>
          <p:nvPr/>
        </p:nvSpPr>
        <p:spPr>
          <a:xfrm>
            <a:off x="406400" y="1193800"/>
            <a:ext cx="5080000" cy="795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 something</a:t>
            </a:r>
            <a:endParaRPr lang="en-US" sz="4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great.</a:t>
            </a:r>
            <a:endParaRPr lang="en-US" sz="4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27"/>
          <p:cNvSpPr txBox="1"/>
          <p:nvPr/>
        </p:nvSpPr>
        <p:spPr>
          <a:xfrm>
            <a:off x="406400" y="7239000"/>
            <a:ext cx="4953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 familiar ribbon. A clean page.</a:t>
            </a:r>
            <a:endParaRPr lang="en-US" sz="2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Room for your next big idea.</a:t>
            </a:r>
            <a:endParaRPr lang="en-US" sz="2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28"/>
          <p:cNvSpPr/>
          <p:nvPr/>
        </p:nvSpPr>
        <p:spPr>
          <a:xfrm>
            <a:off x="406400" y="3606800"/>
            <a:ext cx="4902200" cy="313096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29"/>
          <p:cNvSpPr txBox="1"/>
          <p:nvPr/>
        </p:nvSpPr>
        <p:spPr>
          <a:xfrm>
            <a:off x="719497" y="3848332"/>
            <a:ext cx="4276007" cy="52956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7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PROJECT NOTES</a:t>
            </a:r>
            <a:endParaRPr lang="en-US" sz="1057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7" name="TextBox 30"/>
          <p:cNvSpPr txBox="1"/>
          <p:nvPr/>
        </p:nvSpPr>
        <p:spPr>
          <a:xfrm>
            <a:off x="719497" y="4188265"/>
            <a:ext cx="4276007" cy="49557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36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Your next big idea.</a:t>
            </a:r>
            <a:endParaRPr lang="en-US" sz="2536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8" name="Rectangle 31"/>
          <p:cNvSpPr/>
          <p:nvPr/>
        </p:nvSpPr>
        <p:spPr>
          <a:xfrm>
            <a:off x="719497" y="4725003"/>
            <a:ext cx="4276007" cy="26837"/>
          </a:xfrm>
          <a:prstGeom prst="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32"/>
          <p:cNvSpPr txBox="1"/>
          <p:nvPr/>
        </p:nvSpPr>
        <p:spPr>
          <a:xfrm>
            <a:off x="719497" y="4975480"/>
            <a:ext cx="4276007" cy="4168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1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Start with a thought.</a:t>
            </a:r>
            <a:endParaRPr lang="en-US" sz="1761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61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Give it room to grow.</a:t>
            </a:r>
            <a:endParaRPr lang="en-US" sz="1761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33"/>
          <p:cNvSpPr/>
          <p:nvPr/>
        </p:nvSpPr>
        <p:spPr>
          <a:xfrm>
            <a:off x="719497" y="5843205"/>
            <a:ext cx="3846617" cy="71565"/>
          </a:xfrm>
          <a:prstGeom prst="roundRect">
            <a:avLst/>
          </a:prstGeom>
          <a:solidFill>
            <a:srgbClr val="E3E9F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34"/>
          <p:cNvSpPr/>
          <p:nvPr/>
        </p:nvSpPr>
        <p:spPr>
          <a:xfrm>
            <a:off x="719497" y="6057900"/>
            <a:ext cx="4276007" cy="71565"/>
          </a:xfrm>
          <a:prstGeom prst="roundRect">
            <a:avLst/>
          </a:prstGeom>
          <a:solidFill>
            <a:srgbClr val="E3E9F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Rounded Rectangle 35"/>
          <p:cNvSpPr/>
          <p:nvPr/>
        </p:nvSpPr>
        <p:spPr>
          <a:xfrm>
            <a:off x="719497" y="6272595"/>
            <a:ext cx="2952055" cy="71565"/>
          </a:xfrm>
          <a:prstGeom prst="roundRect">
            <a:avLst/>
          </a:prstGeom>
          <a:solidFill>
            <a:srgbClr val="E3E9F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406400" y="8305800"/>
            <a:ext cx="4902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DOCX  ·  RTF  ·  MARKDOWN  ·  TEXT</a:t>
            </a:r>
            <a:endParaRPr lang="en-US" sz="13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8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02  /  MEET SLIDES</a:t>
            </a:r>
            <a:endParaRPr lang="en-US" sz="13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  <p:sp>
        <p:nvSpPr>
          <p:cNvPr id="3" name="TextBox 39"/>
          <p:cNvSpPr txBox="1"/>
          <p:nvPr/>
        </p:nvSpPr>
        <p:spPr>
          <a:xfrm>
            <a:off x="406400" y="1193800"/>
            <a:ext cx="5080000" cy="795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Make your</a:t>
            </a:r>
            <a:endParaRPr lang="en-US" sz="6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point.</a:t>
            </a:r>
            <a:endParaRPr lang="en-US" sz="6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40"/>
          <p:cNvSpPr txBox="1"/>
          <p:nvPr/>
        </p:nvSpPr>
        <p:spPr>
          <a:xfrm>
            <a:off x="406400" y="7239000"/>
            <a:ext cx="4953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Build a deck. Tell your story.</a:t>
            </a:r>
            <a:endParaRPr lang="en-US" sz="21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Present it with confidence.</a:t>
            </a:r>
            <a:endParaRPr lang="en-US" sz="21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41"/>
          <p:cNvSpPr/>
          <p:nvPr/>
        </p:nvSpPr>
        <p:spPr>
          <a:xfrm>
            <a:off x="406400" y="3606800"/>
            <a:ext cx="4902200" cy="313096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42"/>
          <p:cNvSpPr txBox="1"/>
          <p:nvPr/>
        </p:nvSpPr>
        <p:spPr>
          <a:xfrm>
            <a:off x="719497" y="3848332"/>
            <a:ext cx="4249170" cy="52956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8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 clear idea.</a:t>
            </a:r>
            <a:endParaRPr lang="en-US" sz="2958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7" name="TextBox 43"/>
          <p:cNvSpPr txBox="1"/>
          <p:nvPr/>
        </p:nvSpPr>
        <p:spPr>
          <a:xfrm>
            <a:off x="719497" y="4420851"/>
            <a:ext cx="4249170" cy="47231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7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MAKE EVERY SLIDE COUNT</a:t>
            </a:r>
            <a:endParaRPr lang="en-US" sz="1057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  <p:sp>
        <p:nvSpPr>
          <p:cNvPr id="8" name="Rounded Rectangle 44"/>
          <p:cNvSpPr/>
          <p:nvPr/>
        </p:nvSpPr>
        <p:spPr>
          <a:xfrm>
            <a:off x="782116" y="5610619"/>
            <a:ext cx="554628" cy="626193"/>
          </a:xfrm>
          <a:prstGeom prst="roundRect">
            <a:avLst/>
          </a:prstGeom>
          <a:solidFill>
            <a:srgbClr val="FFCBB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Rounded Rectangle 45"/>
          <p:cNvSpPr/>
          <p:nvPr/>
        </p:nvSpPr>
        <p:spPr>
          <a:xfrm>
            <a:off x="1605113" y="5225957"/>
            <a:ext cx="554628" cy="1010855"/>
          </a:xfrm>
          <a:prstGeom prst="roundRect">
            <a:avLst/>
          </a:prstGeom>
          <a:solidFill>
            <a:srgbClr val="F2906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46"/>
          <p:cNvSpPr/>
          <p:nvPr/>
        </p:nvSpPr>
        <p:spPr>
          <a:xfrm>
            <a:off x="2428110" y="4769731"/>
            <a:ext cx="554628" cy="1467082"/>
          </a:xfrm>
          <a:prstGeom prst="roundRect">
            <a:avLst/>
          </a:prstGeom>
          <a:solidFill>
            <a:srgbClr val="C74724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TextBox 47"/>
          <p:cNvSpPr txBox="1"/>
          <p:nvPr/>
        </p:nvSpPr>
        <p:spPr>
          <a:xfrm>
            <a:off x="3483693" y="5127555"/>
            <a:ext cx="1654940" cy="40164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8" b="1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Clear message</a:t>
            </a:r>
            <a:endParaRPr lang="en-US" sz="1268" b="1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2" name="TextBox 48"/>
          <p:cNvSpPr txBox="1"/>
          <p:nvPr/>
        </p:nvSpPr>
        <p:spPr>
          <a:xfrm>
            <a:off x="3483693" y="5512217"/>
            <a:ext cx="1654940" cy="3631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8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Strong visuals</a:t>
            </a:r>
            <a:endParaRPr lang="en-US" sz="1268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3" name="TextBox 49"/>
          <p:cNvSpPr txBox="1"/>
          <p:nvPr/>
        </p:nvSpPr>
        <p:spPr>
          <a:xfrm>
            <a:off x="3483693" y="5896879"/>
            <a:ext cx="1654940" cy="32471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8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Your next big idea</a:t>
            </a:r>
            <a:endParaRPr lang="en-US" sz="1268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4" name="TextBox 50"/>
          <p:cNvSpPr txBox="1"/>
          <p:nvPr/>
        </p:nvSpPr>
        <p:spPr>
          <a:xfrm>
            <a:off x="406400" y="8305800"/>
            <a:ext cx="4902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PPTX  ·  THEMES  ·  CHARTS  ·  ANIMATIONS</a:t>
            </a:r>
            <a:endParaRPr lang="en-US" sz="12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2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03  /  MEET SHEETS</a:t>
            </a:r>
            <a:endParaRPr lang="en-US" sz="1300" b="1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  <p:sp>
        <p:nvSpPr>
          <p:cNvPr id="3" name="TextBox 53"/>
          <p:cNvSpPr txBox="1"/>
          <p:nvPr/>
        </p:nvSpPr>
        <p:spPr>
          <a:xfrm>
            <a:off x="406400" y="1193800"/>
            <a:ext cx="5080000" cy="795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Let the numbers</a:t>
            </a:r>
            <a:endParaRPr lang="en-US" sz="48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tell the story.</a:t>
            </a:r>
            <a:endParaRPr lang="en-US" sz="48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54"/>
          <p:cNvSpPr txBox="1"/>
          <p:nvPr/>
        </p:nvSpPr>
        <p:spPr>
          <a:xfrm>
            <a:off x="406400" y="7239000"/>
            <a:ext cx="4953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Organize your data.</a:t>
            </a:r>
            <a:endParaRPr lang="en-US" sz="22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Turn formulas into answers.</a:t>
            </a:r>
            <a:endParaRPr lang="en-US" sz="22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55"/>
          <p:cNvSpPr/>
          <p:nvPr/>
        </p:nvSpPr>
        <p:spPr>
          <a:xfrm>
            <a:off x="406400" y="3632200"/>
            <a:ext cx="4902200" cy="309705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56"/>
          <p:cNvSpPr/>
          <p:nvPr/>
        </p:nvSpPr>
        <p:spPr>
          <a:xfrm>
            <a:off x="547980" y="3773780"/>
            <a:ext cx="4619040" cy="407042"/>
          </a:xfrm>
          <a:prstGeom prst="roundRect">
            <a:avLst/>
          </a:prstGeom>
          <a:solidFill>
            <a:srgbClr val="E3F3E9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57"/>
          <p:cNvSpPr txBox="1"/>
          <p:nvPr/>
        </p:nvSpPr>
        <p:spPr>
          <a:xfrm>
            <a:off x="689560" y="3844570"/>
            <a:ext cx="4335881" cy="52994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fx    =SUM(C2:C4)</a:t>
            </a:r>
            <a:endParaRPr lang="en-US" sz="1533" b="0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  <p:sp>
        <p:nvSpPr>
          <p:cNvPr id="8" name="Rectangle 58"/>
          <p:cNvSpPr/>
          <p:nvPr/>
        </p:nvSpPr>
        <p:spPr>
          <a:xfrm>
            <a:off x="547980" y="4357796"/>
            <a:ext cx="4619040" cy="424739"/>
          </a:xfrm>
          <a:prstGeom prst="rect">
            <a:avLst/>
          </a:prstGeom>
          <a:solidFill>
            <a:srgbClr val="E3F3E9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59"/>
          <p:cNvSpPr txBox="1"/>
          <p:nvPr/>
        </p:nvSpPr>
        <p:spPr>
          <a:xfrm>
            <a:off x="689560" y="4428586"/>
            <a:ext cx="1468890" cy="47154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Project</a:t>
            </a:r>
            <a:endParaRPr lang="en-US" sz="1533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0" name="TextBox 60"/>
          <p:cNvSpPr txBox="1"/>
          <p:nvPr/>
        </p:nvSpPr>
        <p:spPr>
          <a:xfrm>
            <a:off x="2229240" y="4428586"/>
            <a:ext cx="1468890" cy="47154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Budget</a:t>
            </a:r>
            <a:endParaRPr lang="en-US" sz="1533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1" name="TextBox 61"/>
          <p:cNvSpPr txBox="1"/>
          <p:nvPr/>
        </p:nvSpPr>
        <p:spPr>
          <a:xfrm>
            <a:off x="3768920" y="4428586"/>
            <a:ext cx="1468890" cy="47154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Actual</a:t>
            </a:r>
            <a:endParaRPr lang="en-US" sz="1533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2" name="Rectangle 62"/>
          <p:cNvSpPr/>
          <p:nvPr/>
        </p:nvSpPr>
        <p:spPr>
          <a:xfrm>
            <a:off x="547980" y="4791384"/>
            <a:ext cx="4619040" cy="424739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63"/>
          <p:cNvSpPr txBox="1"/>
          <p:nvPr/>
        </p:nvSpPr>
        <p:spPr>
          <a:xfrm>
            <a:off x="689560" y="4862174"/>
            <a:ext cx="1468890" cy="4281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Design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4" name="TextBox 64"/>
          <p:cNvSpPr txBox="1"/>
          <p:nvPr/>
        </p:nvSpPr>
        <p:spPr>
          <a:xfrm>
            <a:off x="2229240" y="4862174"/>
            <a:ext cx="1468890" cy="4281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2,400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5" name="TextBox 65"/>
          <p:cNvSpPr txBox="1"/>
          <p:nvPr/>
        </p:nvSpPr>
        <p:spPr>
          <a:xfrm>
            <a:off x="3768920" y="4862174"/>
            <a:ext cx="1468890" cy="4281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2,100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6" name="Rectangle 66"/>
          <p:cNvSpPr/>
          <p:nvPr/>
        </p:nvSpPr>
        <p:spPr>
          <a:xfrm>
            <a:off x="547980" y="5224973"/>
            <a:ext cx="4619040" cy="424739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67"/>
          <p:cNvSpPr txBox="1"/>
          <p:nvPr/>
        </p:nvSpPr>
        <p:spPr>
          <a:xfrm>
            <a:off x="689560" y="5295762"/>
            <a:ext cx="1468890" cy="3848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Build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8" name="TextBox 68"/>
          <p:cNvSpPr txBox="1"/>
          <p:nvPr/>
        </p:nvSpPr>
        <p:spPr>
          <a:xfrm>
            <a:off x="2229240" y="5295762"/>
            <a:ext cx="1468890" cy="3848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6,800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69"/>
          <p:cNvSpPr txBox="1"/>
          <p:nvPr/>
        </p:nvSpPr>
        <p:spPr>
          <a:xfrm>
            <a:off x="3768920" y="5295762"/>
            <a:ext cx="1468890" cy="3848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6,500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0" name="Rectangle 70"/>
          <p:cNvSpPr/>
          <p:nvPr/>
        </p:nvSpPr>
        <p:spPr>
          <a:xfrm>
            <a:off x="547980" y="5658561"/>
            <a:ext cx="4619040" cy="424739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71"/>
          <p:cNvSpPr txBox="1"/>
          <p:nvPr/>
        </p:nvSpPr>
        <p:spPr>
          <a:xfrm>
            <a:off x="689560" y="5729351"/>
            <a:ext cx="1468890" cy="34146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Launch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2" name="TextBox 72"/>
          <p:cNvSpPr txBox="1"/>
          <p:nvPr/>
        </p:nvSpPr>
        <p:spPr>
          <a:xfrm>
            <a:off x="2229240" y="5729351"/>
            <a:ext cx="1468890" cy="34146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1,800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3" name="TextBox 73"/>
          <p:cNvSpPr txBox="1"/>
          <p:nvPr/>
        </p:nvSpPr>
        <p:spPr>
          <a:xfrm>
            <a:off x="3768920" y="5729351"/>
            <a:ext cx="1468890" cy="34146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1,400</a:t>
            </a:r>
            <a:endParaRPr lang="en-US" sz="1533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4" name="Rectangle 74"/>
          <p:cNvSpPr/>
          <p:nvPr/>
        </p:nvSpPr>
        <p:spPr>
          <a:xfrm>
            <a:off x="547980" y="6092149"/>
            <a:ext cx="4619040" cy="424739"/>
          </a:xfrm>
          <a:prstGeom prst="rect">
            <a:avLst/>
          </a:prstGeom>
          <a:solidFill>
            <a:srgbClr val="13794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5" name="TextBox 75"/>
          <p:cNvSpPr txBox="1"/>
          <p:nvPr/>
        </p:nvSpPr>
        <p:spPr>
          <a:xfrm>
            <a:off x="689560" y="6162939"/>
            <a:ext cx="1468890" cy="2981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Total</a:t>
            </a:r>
            <a:endParaRPr lang="en-US" sz="1533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6" name="TextBox 76"/>
          <p:cNvSpPr txBox="1"/>
          <p:nvPr/>
        </p:nvSpPr>
        <p:spPr>
          <a:xfrm>
            <a:off x="2229240" y="6162939"/>
            <a:ext cx="1468890" cy="2981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11,000</a:t>
            </a:r>
            <a:endParaRPr lang="en-US" sz="1533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7" name="TextBox 77"/>
          <p:cNvSpPr txBox="1"/>
          <p:nvPr/>
        </p:nvSpPr>
        <p:spPr>
          <a:xfrm>
            <a:off x="3768920" y="6162939"/>
            <a:ext cx="1468890" cy="2981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10,000</a:t>
            </a:r>
            <a:endParaRPr lang="en-US" sz="1533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8" name="TextBox 78"/>
          <p:cNvSpPr txBox="1"/>
          <p:nvPr/>
        </p:nvSpPr>
        <p:spPr>
          <a:xfrm>
            <a:off x="406400" y="8305800"/>
            <a:ext cx="4902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XLSX  ·  CSV  ·  FORMULAS  ·  FILTERS</a:t>
            </a:r>
            <a:endParaRPr lang="en-US" sz="1300" b="1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0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04  /  SIX PLATFORMS. ONE AMBITION.</a:t>
            </a:r>
            <a:endParaRPr lang="en-US" sz="13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81"/>
          <p:cNvSpPr txBox="1"/>
          <p:nvPr/>
        </p:nvSpPr>
        <p:spPr>
          <a:xfrm>
            <a:off x="406400" y="1155700"/>
            <a:ext cx="5080000" cy="798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Your office.</a:t>
            </a:r>
            <a:endParaRPr lang="en-US" sz="5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Everywhere.</a:t>
            </a:r>
            <a:endParaRPr lang="en-US" sz="5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Rounded Rectangle 82"/>
          <p:cNvSpPr/>
          <p:nvPr/>
        </p:nvSpPr>
        <p:spPr>
          <a:xfrm>
            <a:off x="406400" y="39751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5" name="TextBox 83"/>
          <p:cNvSpPr txBox="1"/>
          <p:nvPr/>
        </p:nvSpPr>
        <p:spPr>
          <a:xfrm>
            <a:off x="635000" y="4127500"/>
            <a:ext cx="2057400" cy="501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macOS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6" name="TextBox 84"/>
          <p:cNvSpPr txBox="1"/>
          <p:nvPr/>
        </p:nvSpPr>
        <p:spPr>
          <a:xfrm>
            <a:off x="635000" y="4610100"/>
            <a:ext cx="2057400" cy="453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7" name="Rounded Rectangle 85"/>
          <p:cNvSpPr/>
          <p:nvPr/>
        </p:nvSpPr>
        <p:spPr>
          <a:xfrm>
            <a:off x="2921000" y="39751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8" name="TextBox 86"/>
          <p:cNvSpPr txBox="1"/>
          <p:nvPr/>
        </p:nvSpPr>
        <p:spPr>
          <a:xfrm>
            <a:off x="3149600" y="4127500"/>
            <a:ext cx="2057400" cy="501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Windows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9" name="TextBox 87"/>
          <p:cNvSpPr txBox="1"/>
          <p:nvPr/>
        </p:nvSpPr>
        <p:spPr>
          <a:xfrm>
            <a:off x="3149600" y="4610100"/>
            <a:ext cx="2057400" cy="453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88"/>
          <p:cNvSpPr/>
          <p:nvPr/>
        </p:nvSpPr>
        <p:spPr>
          <a:xfrm>
            <a:off x="406400" y="52324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TextBox 89"/>
          <p:cNvSpPr txBox="1"/>
          <p:nvPr/>
        </p:nvSpPr>
        <p:spPr>
          <a:xfrm>
            <a:off x="635000" y="5384800"/>
            <a:ext cx="2057400" cy="375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Linux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2" name="TextBox 90"/>
          <p:cNvSpPr txBox="1"/>
          <p:nvPr/>
        </p:nvSpPr>
        <p:spPr>
          <a:xfrm>
            <a:off x="635000" y="5867400"/>
            <a:ext cx="20574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3" name="Rounded Rectangle 91"/>
          <p:cNvSpPr/>
          <p:nvPr/>
        </p:nvSpPr>
        <p:spPr>
          <a:xfrm>
            <a:off x="2921000" y="52324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4" name="TextBox 92"/>
          <p:cNvSpPr txBox="1"/>
          <p:nvPr/>
        </p:nvSpPr>
        <p:spPr>
          <a:xfrm>
            <a:off x="3149600" y="5384800"/>
            <a:ext cx="2057400" cy="375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iOS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5" name="TextBox 93"/>
          <p:cNvSpPr txBox="1"/>
          <p:nvPr/>
        </p:nvSpPr>
        <p:spPr>
          <a:xfrm>
            <a:off x="3149600" y="5867400"/>
            <a:ext cx="20574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6" name="Rounded Rectangle 94"/>
          <p:cNvSpPr/>
          <p:nvPr/>
        </p:nvSpPr>
        <p:spPr>
          <a:xfrm>
            <a:off x="406400" y="64897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95"/>
          <p:cNvSpPr txBox="1"/>
          <p:nvPr/>
        </p:nvSpPr>
        <p:spPr>
          <a:xfrm>
            <a:off x="635000" y="6642100"/>
            <a:ext cx="2057400" cy="2501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Android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8" name="TextBox 96"/>
          <p:cNvSpPr txBox="1"/>
          <p:nvPr/>
        </p:nvSpPr>
        <p:spPr>
          <a:xfrm>
            <a:off x="635000" y="7124700"/>
            <a:ext cx="2057400" cy="201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9" name="Rounded Rectangle 97"/>
          <p:cNvSpPr/>
          <p:nvPr/>
        </p:nvSpPr>
        <p:spPr>
          <a:xfrm>
            <a:off x="2921000" y="6489700"/>
            <a:ext cx="2387600" cy="11049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0" name="TextBox 98"/>
          <p:cNvSpPr txBox="1"/>
          <p:nvPr/>
        </p:nvSpPr>
        <p:spPr>
          <a:xfrm>
            <a:off x="3149600" y="6642100"/>
            <a:ext cx="2057400" cy="2501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Web</a:t>
            </a:r>
            <a:endParaRPr lang="en-US" sz="2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99"/>
          <p:cNvSpPr txBox="1"/>
          <p:nvPr/>
        </p:nvSpPr>
        <p:spPr>
          <a:xfrm>
            <a:off x="3149600" y="7124700"/>
            <a:ext cx="2057400" cy="201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In your browser</a:t>
            </a:r>
            <a:endParaRPr lang="en-US" sz="15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2" name="TextBox 100"/>
          <p:cNvSpPr txBox="1"/>
          <p:nvPr/>
        </p:nvSpPr>
        <p:spPr>
          <a:xfrm>
            <a:off x="406400" y="8153400"/>
            <a:ext cx="4902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Documents. Presentations. Spreadsheets.</a:t>
            </a:r>
            <a:endParaRPr lang="en-US" sz="16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Across your devices. Built in the open.</a:t>
            </a:r>
            <a:endParaRPr lang="en-US" sz="16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D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02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05  /  OPEN SOURCE. FROM THE START.</a:t>
            </a:r>
            <a:endParaRPr lang="en-US" sz="13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3" name="TextBox 103"/>
          <p:cNvSpPr txBox="1"/>
          <p:nvPr/>
        </p:nvSpPr>
        <p:spPr>
          <a:xfrm>
            <a:off x="406400" y="1422400"/>
            <a:ext cx="5080000" cy="772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Open code.</a:t>
            </a:r>
            <a:endParaRPr lang="en-US" sz="67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Shared</a:t>
            </a:r>
            <a:endParaRPr lang="en-US" sz="67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ambition.</a:t>
            </a:r>
            <a:endParaRPr lang="en-US" sz="67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104"/>
          <p:cNvSpPr txBox="1"/>
          <p:nvPr/>
        </p:nvSpPr>
        <p:spPr>
          <a:xfrm>
            <a:off x="406400" y="5181600"/>
            <a:ext cx="4902200" cy="396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Read the code. Follow the progress.</a:t>
            </a:r>
            <a:endParaRPr lang="en-US" sz="23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Help shape what comes next.</a:t>
            </a:r>
            <a:endParaRPr lang="en-US" sz="23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</p:txBody>
      </p:sp>
      <p:sp>
        <p:nvSpPr>
          <p:cNvPr id="5" name="TextBox 105"/>
          <p:cNvSpPr txBox="1"/>
          <p:nvPr/>
        </p:nvSpPr>
        <p:spPr>
          <a:xfrm>
            <a:off x="406400" y="6273800"/>
            <a:ext cx="4902200" cy="287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github.com/starling-build/starling</a:t>
            </a:r>
            <a:endParaRPr lang="en-US" sz="1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106"/>
          <p:cNvSpPr txBox="1"/>
          <p:nvPr/>
        </p:nvSpPr>
        <p:spPr>
          <a:xfrm>
            <a:off x="406400" y="6832600"/>
            <a:ext cx="4902200" cy="231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Built on the Starling SDK.</a:t>
            </a:r>
            <a:endParaRPr lang="en-US" sz="20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Apache 2.0 licensed.</a:t>
            </a:r>
            <a:endParaRPr lang="en-US" sz="20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7" name="TextBox 107"/>
          <p:cNvSpPr txBox="1"/>
          <p:nvPr/>
        </p:nvSpPr>
        <p:spPr>
          <a:xfrm>
            <a:off x="406400" y="8394700"/>
            <a:ext cx="49022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WRITER  ·  SLIDES  ·  SHEETS</a:t>
            </a:r>
            <a:endParaRPr lang="en-US" sz="13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Starling Slides</Application>
  <Slides>6</Slides>
  <PresentationFormat>On-screen Show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2026-10-07T22:59:21Z</dcterms:created>
  <dcterms:modified xsi:type="dcterms:W3CDTF">2026-10-07T22:59:21Z</dcterms:modified>
</cp:coreProperties>
</file>