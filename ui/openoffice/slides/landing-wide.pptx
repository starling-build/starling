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"/>
  </p:sldMasterIdLst>
  <p:notesMasterIdLst>
    <p:notesMasterId r:id="rIdNM"/>
  </p:notesMasterIdLst>
  <p:sldIdLst>
    <p:sldId id="256" r:id="rIdS1"/>
    <p:sldId id="257" r:id="rIdS2"/>
    <p:sldId id="258" r:id="rIdS3"/>
    <p:sldId id="259" r:id="rIdS4"/>
    <p:sldId id="260" r:id="rIdS5"/>
    <p:sldId id="261" r:id="rIdS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M" Type="http://schemas.openxmlformats.org/officeDocument/2006/relationships/slideMaster" Target="slideMasters/slideMaster1.xml"/><Relationship Id="rIdNM" Type="http://schemas.openxmlformats.org/officeDocument/2006/relationships/notesMaster" Target="notesMasters/notesMaster1.xml"/><Relationship Id="rIdPP" Type="http://schemas.openxmlformats.org/officeDocument/2006/relationships/presProps" Target="presProps.xml"/><Relationship Id="rIdVP" Type="http://schemas.openxmlformats.org/officeDocument/2006/relationships/viewProps" Target="viewProps.xml"/><Relationship Id="rIdTS" Type="http://schemas.openxmlformats.org/officeDocument/2006/relationships/tableStyles" Target="tableStyles.xml"/><Relationship Id="rIdT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ctrTitle"/>
          </p:nvPr>
        </p:nvSpPr>
        <p:spPr>
          <a:xfrm>
            <a:off x="2032000" y="1496907"/>
            <a:ext cx="12192000" cy="3183467"/>
          </a:xfrm>
        </p:spPr>
        <p:txBody>
          <a:bodyPr anchor="b">
            <a:normAutofit/>
          </a:bodyPr>
          <a:lstStyle>
            <a:lvl1pPr algn="ctr"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2032000" y="4802293"/>
            <a:ext cx="12192000" cy="2208107"/>
          </a:xfrm>
        </p:spPr>
        <p:txBody>
          <a:bodyPr anchor="t">
            <a:normAutofit/>
          </a:bodyPr>
          <a:lstStyle>
            <a:lvl1pPr algn="ctr" marL="0" indent="0">
              <a:buNone/>
              <a:defRPr sz="2400"/>
            </a:lvl1pPr>
          </a:lstStyle>
          <a:p>
            <a:r>
              <a:rPr lang="en-US"/>
              <a:t>Click to add 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7600" y="2434167"/>
            <a:ext cx="14020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9133" y="2279227"/>
            <a:ext cx="14020800" cy="3803227"/>
          </a:xfrm>
        </p:spPr>
        <p:txBody>
          <a:bodyPr anchor="b">
            <a:normAutofit/>
          </a:bodyPr>
          <a:lstStyle>
            <a:lvl1pPr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707"/>
            <a:ext cx="14020800" cy="199982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Left Placeholder 2"/>
          <p:cNvSpPr>
            <a:spLocks noGrp="1"/>
          </p:cNvSpPr>
          <p:nvPr>
            <p:ph idx="1"/>
          </p:nvPr>
        </p:nvSpPr>
        <p:spPr>
          <a:xfrm>
            <a:off x="1117600" y="2434167"/>
            <a:ext cx="6908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Right Placeholder 3"/>
          <p:cNvSpPr>
            <a:spLocks noGrp="1"/>
          </p:cNvSpPr>
          <p:nvPr>
            <p:ph idx="2"/>
          </p:nvPr>
        </p:nvSpPr>
        <p:spPr>
          <a:xfrm>
            <a:off x="8229600" y="2434167"/>
            <a:ext cx="6908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9293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Heading Left Placeholder 2"/>
          <p:cNvSpPr>
            <a:spLocks noGrp="1"/>
          </p:cNvSpPr>
          <p:nvPr>
            <p:ph type="body" idx="1"/>
          </p:nvPr>
        </p:nvSpPr>
        <p:spPr>
          <a:xfrm>
            <a:off x="1119293" y="2241973"/>
            <a:ext cx="6876627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Left Placeholder 3"/>
          <p:cNvSpPr>
            <a:spLocks noGrp="1"/>
          </p:cNvSpPr>
          <p:nvPr>
            <p:ph idx="2"/>
          </p:nvPr>
        </p:nvSpPr>
        <p:spPr>
          <a:xfrm>
            <a:off x="1119293" y="3340947"/>
            <a:ext cx="6876627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Heading Right Placeholder 4"/>
          <p:cNvSpPr>
            <a:spLocks noGrp="1"/>
          </p:cNvSpPr>
          <p:nvPr>
            <p:ph type="body" idx="3"/>
          </p:nvPr>
        </p:nvSpPr>
        <p:spPr>
          <a:xfrm>
            <a:off x="8229600" y="2241973"/>
            <a:ext cx="6910493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Content Right Placeholder 5"/>
          <p:cNvSpPr>
            <a:spLocks noGrp="1"/>
          </p:cNvSpPr>
          <p:nvPr>
            <p:ph idx="4"/>
          </p:nvPr>
        </p:nvSpPr>
        <p:spPr>
          <a:xfrm>
            <a:off x="8229600" y="3340947"/>
            <a:ext cx="6910493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Relationship Id="rIdL1" Type="http://schemas.openxmlformats.org/officeDocument/2006/relationships/slideLayout" Target="../slideLayouts/slideLayout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Relationship Id="rIdL6" Type="http://schemas.openxmlformats.org/officeDocument/2006/relationships/slideLayout" Target="../slideLayouts/slideLayout6.xml"/><Relationship Id="rIdL7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360"/>
          </a:xfrm>
        </p:spPr>
        <p:txBody>
          <a:bodyPr anchor="t"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1"/>
    <p:sldLayoutId id="2147483650" r:id="rIdL2"/>
    <p:sldLayoutId id="2147483651" r:id="rIdL3"/>
    <p:sldLayoutId id="2147483652" r:id="rIdL4"/>
    <p:sldLayoutId id="2147483653" r:id="rIdL5"/>
    <p:sldLayoutId id="2147483654" r:id="rIdL6"/>
    <p:sldLayoutId id="2147483655" r:id="rIdL7"/>
  </p:sldLayoutIdLst>
  <p:txStyles>
    <p:title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9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STARLING OFFICE  /  OPEN SOURCE</a:t>
            </a:r>
            <a:endParaRPr lang="en-US" sz="16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3" name="TextBox 6"/>
          <p:cNvSpPr txBox="1"/>
          <p:nvPr/>
        </p:nvSpPr>
        <p:spPr>
          <a:xfrm>
            <a:off x="914400" y="1651000"/>
            <a:ext cx="9271000" cy="749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Big ideas.</a:t>
            </a:r>
            <a:endParaRPr lang="en-US" sz="11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Start here.</a:t>
            </a:r>
            <a:endParaRPr lang="en-US" sz="11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7"/>
          <p:cNvSpPr txBox="1"/>
          <p:nvPr/>
        </p:nvSpPr>
        <p:spPr>
          <a:xfrm>
            <a:off x="914400" y="5308600"/>
            <a:ext cx="8128000" cy="383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Writer. Slides. Sheets.</a:t>
            </a:r>
            <a:endParaRPr lang="en-US" sz="30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An open source office suite.</a:t>
            </a:r>
            <a:endParaRPr lang="en-US" sz="30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Rounded Rectangle 8"/>
          <p:cNvSpPr/>
          <p:nvPr/>
        </p:nvSpPr>
        <p:spPr>
          <a:xfrm>
            <a:off x="11049000" y="20828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9"/>
          <p:cNvSpPr/>
          <p:nvPr/>
        </p:nvSpPr>
        <p:spPr>
          <a:xfrm>
            <a:off x="11226800" y="2260600"/>
            <a:ext cx="838200" cy="10922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10"/>
          <p:cNvSpPr txBox="1"/>
          <p:nvPr/>
        </p:nvSpPr>
        <p:spPr>
          <a:xfrm>
            <a:off x="11417300" y="2438400"/>
            <a:ext cx="711200" cy="670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8" name="TextBox 11"/>
          <p:cNvSpPr txBox="1"/>
          <p:nvPr/>
        </p:nvSpPr>
        <p:spPr>
          <a:xfrm>
            <a:off x="12306300" y="2374900"/>
            <a:ext cx="2794000" cy="676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Writer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9" name="TextBox 12"/>
          <p:cNvSpPr txBox="1"/>
          <p:nvPr/>
        </p:nvSpPr>
        <p:spPr>
          <a:xfrm>
            <a:off x="12306300" y="2946400"/>
            <a:ext cx="2794000" cy="619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13"/>
          <p:cNvSpPr/>
          <p:nvPr/>
        </p:nvSpPr>
        <p:spPr>
          <a:xfrm>
            <a:off x="11049000" y="38227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14"/>
          <p:cNvSpPr/>
          <p:nvPr/>
        </p:nvSpPr>
        <p:spPr>
          <a:xfrm>
            <a:off x="11226800" y="4000500"/>
            <a:ext cx="838200" cy="1092200"/>
          </a:xfrm>
          <a:prstGeom prst="roundRect">
            <a:avLst/>
          </a:prstGeom>
          <a:solidFill>
            <a:srgbClr val="E45B3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TextBox 15"/>
          <p:cNvSpPr txBox="1"/>
          <p:nvPr/>
        </p:nvSpPr>
        <p:spPr>
          <a:xfrm>
            <a:off x="11417300" y="4178300"/>
            <a:ext cx="711200" cy="496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16"/>
          <p:cNvSpPr txBox="1"/>
          <p:nvPr/>
        </p:nvSpPr>
        <p:spPr>
          <a:xfrm>
            <a:off x="12306300" y="4114800"/>
            <a:ext cx="279400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Slides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17"/>
          <p:cNvSpPr txBox="1"/>
          <p:nvPr/>
        </p:nvSpPr>
        <p:spPr>
          <a:xfrm>
            <a:off x="12306300" y="4686300"/>
            <a:ext cx="2794000" cy="4457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Presentations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5" name="Rounded Rectangle 18"/>
          <p:cNvSpPr/>
          <p:nvPr/>
        </p:nvSpPr>
        <p:spPr>
          <a:xfrm>
            <a:off x="11049000" y="55626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6" name="Rounded Rectangle 19"/>
          <p:cNvSpPr/>
          <p:nvPr/>
        </p:nvSpPr>
        <p:spPr>
          <a:xfrm>
            <a:off x="11226800" y="5740400"/>
            <a:ext cx="838200" cy="1092200"/>
          </a:xfrm>
          <a:prstGeom prst="round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20"/>
          <p:cNvSpPr txBox="1"/>
          <p:nvPr/>
        </p:nvSpPr>
        <p:spPr>
          <a:xfrm>
            <a:off x="11417300" y="5918200"/>
            <a:ext cx="7112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#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8" name="TextBox 21"/>
          <p:cNvSpPr txBox="1"/>
          <p:nvPr/>
        </p:nvSpPr>
        <p:spPr>
          <a:xfrm>
            <a:off x="12306300" y="5854700"/>
            <a:ext cx="2794000" cy="328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Sheets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22"/>
          <p:cNvSpPr txBox="1"/>
          <p:nvPr/>
        </p:nvSpPr>
        <p:spPr>
          <a:xfrm>
            <a:off x="12306300" y="6426200"/>
            <a:ext cx="2794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Spreadsheets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0" name="TextBox 23"/>
          <p:cNvSpPr txBox="1"/>
          <p:nvPr/>
        </p:nvSpPr>
        <p:spPr>
          <a:xfrm>
            <a:off x="914400" y="7924800"/>
            <a:ext cx="144272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THREE APPS. ONE OPEN SOURCE SUITE.</a:t>
            </a:r>
            <a:endParaRPr lang="en-US" sz="1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5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01  /  MEET WRITER</a:t>
            </a:r>
            <a:endParaRPr lang="en-US" sz="16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26"/>
          <p:cNvSpPr txBox="1"/>
          <p:nvPr/>
        </p:nvSpPr>
        <p:spPr>
          <a:xfrm>
            <a:off x="914400" y="1600200"/>
            <a:ext cx="7874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 something</a:t>
            </a:r>
            <a:endParaRPr lang="en-US" sz="7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great.</a:t>
            </a:r>
            <a:endParaRPr lang="en-US" sz="7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27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 familiar ribbon. A clean page.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Room for your next big idea.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28"/>
          <p:cNvSpPr/>
          <p:nvPr/>
        </p:nvSpPr>
        <p:spPr>
          <a:xfrm>
            <a:off x="8382000" y="2286000"/>
            <a:ext cx="6959600" cy="4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29"/>
          <p:cNvSpPr txBox="1"/>
          <p:nvPr/>
        </p:nvSpPr>
        <p:spPr>
          <a:xfrm>
            <a:off x="8826500" y="2628900"/>
            <a:ext cx="6070600" cy="651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PROJECT NOTES</a:t>
            </a:r>
            <a:endParaRPr lang="en-US" sz="15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7" name="TextBox 30"/>
          <p:cNvSpPr txBox="1"/>
          <p:nvPr/>
        </p:nvSpPr>
        <p:spPr>
          <a:xfrm>
            <a:off x="8826500" y="3111500"/>
            <a:ext cx="6070600" cy="603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next big idea.</a:t>
            </a:r>
            <a:endParaRPr lang="en-US" sz="3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8" name="Rectangle 31"/>
          <p:cNvSpPr/>
          <p:nvPr/>
        </p:nvSpPr>
        <p:spPr>
          <a:xfrm>
            <a:off x="8826500" y="3873500"/>
            <a:ext cx="6070600" cy="38100"/>
          </a:xfrm>
          <a:prstGeom prst="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32"/>
          <p:cNvSpPr txBox="1"/>
          <p:nvPr/>
        </p:nvSpPr>
        <p:spPr>
          <a:xfrm>
            <a:off x="8826500" y="4229100"/>
            <a:ext cx="6070600" cy="4914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Start with a thought.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Give it room to grow.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33"/>
          <p:cNvSpPr/>
          <p:nvPr/>
        </p:nvSpPr>
        <p:spPr>
          <a:xfrm>
            <a:off x="8826500" y="5461000"/>
            <a:ext cx="5461000" cy="101600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34"/>
          <p:cNvSpPr/>
          <p:nvPr/>
        </p:nvSpPr>
        <p:spPr>
          <a:xfrm>
            <a:off x="8826500" y="5765800"/>
            <a:ext cx="6070600" cy="101600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Rounded Rectangle 35"/>
          <p:cNvSpPr/>
          <p:nvPr/>
        </p:nvSpPr>
        <p:spPr>
          <a:xfrm>
            <a:off x="8826500" y="6070600"/>
            <a:ext cx="4191000" cy="101600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914400" y="7937500"/>
            <a:ext cx="144272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DOCX  ·  RTF  ·  MARKDOWN  ·  TEXT</a:t>
            </a:r>
            <a:endParaRPr lang="en-US" sz="18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14" name="TextBox 37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Fonts, styles, tables, pictures.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The tools to make it yours.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9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02  /  MEET SLIDES</a:t>
            </a:r>
            <a:endParaRPr lang="en-US" sz="16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3" name="TextBox 40"/>
          <p:cNvSpPr txBox="1"/>
          <p:nvPr/>
        </p:nvSpPr>
        <p:spPr>
          <a:xfrm>
            <a:off x="914400" y="1600200"/>
            <a:ext cx="7874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Make your</a:t>
            </a:r>
            <a:endParaRPr lang="en-US" sz="8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point.</a:t>
            </a:r>
            <a:endParaRPr lang="en-US" sz="8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41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Build a deck. Tell your story.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 it with confidence.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42"/>
          <p:cNvSpPr/>
          <p:nvPr/>
        </p:nvSpPr>
        <p:spPr>
          <a:xfrm>
            <a:off x="8382000" y="2286000"/>
            <a:ext cx="6959600" cy="4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43"/>
          <p:cNvSpPr txBox="1"/>
          <p:nvPr/>
        </p:nvSpPr>
        <p:spPr>
          <a:xfrm>
            <a:off x="8826500" y="2628900"/>
            <a:ext cx="6032500" cy="651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 clear idea.</a:t>
            </a:r>
            <a:endParaRPr lang="en-US" sz="4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7" name="TextBox 44"/>
          <p:cNvSpPr txBox="1"/>
          <p:nvPr/>
        </p:nvSpPr>
        <p:spPr>
          <a:xfrm>
            <a:off x="8826500" y="3441700"/>
            <a:ext cx="6032500" cy="570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MAKE EVERY SLIDE COUNT</a:t>
            </a:r>
            <a:endParaRPr lang="en-US" sz="15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8" name="Rounded Rectangle 45"/>
          <p:cNvSpPr/>
          <p:nvPr/>
        </p:nvSpPr>
        <p:spPr>
          <a:xfrm>
            <a:off x="8915400" y="5130800"/>
            <a:ext cx="787400" cy="889000"/>
          </a:xfrm>
          <a:prstGeom prst="roundRect">
            <a:avLst/>
          </a:prstGeom>
          <a:solidFill>
            <a:srgbClr val="FFCBB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Rounded Rectangle 46"/>
          <p:cNvSpPr/>
          <p:nvPr/>
        </p:nvSpPr>
        <p:spPr>
          <a:xfrm>
            <a:off x="10083800" y="4584700"/>
            <a:ext cx="787400" cy="1435100"/>
          </a:xfrm>
          <a:prstGeom prst="roundRect">
            <a:avLst/>
          </a:prstGeom>
          <a:solidFill>
            <a:srgbClr val="F2906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47"/>
          <p:cNvSpPr/>
          <p:nvPr/>
        </p:nvSpPr>
        <p:spPr>
          <a:xfrm>
            <a:off x="11252200" y="3937000"/>
            <a:ext cx="787400" cy="2082800"/>
          </a:xfrm>
          <a:prstGeom prst="roundRect">
            <a:avLst/>
          </a:prstGeom>
          <a:solidFill>
            <a:srgbClr val="C74724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TextBox 48"/>
          <p:cNvSpPr txBox="1"/>
          <p:nvPr/>
        </p:nvSpPr>
        <p:spPr>
          <a:xfrm>
            <a:off x="12750800" y="4445000"/>
            <a:ext cx="2349500" cy="469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Clear message</a:t>
            </a:r>
            <a:endParaRPr lang="en-US" sz="1800" b="1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2" name="TextBox 49"/>
          <p:cNvSpPr txBox="1"/>
          <p:nvPr/>
        </p:nvSpPr>
        <p:spPr>
          <a:xfrm>
            <a:off x="12750800" y="4991100"/>
            <a:ext cx="2349500" cy="415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Strong visuals</a:t>
            </a:r>
            <a:endParaRPr lang="en-US" sz="18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3" name="TextBox 50"/>
          <p:cNvSpPr txBox="1"/>
          <p:nvPr/>
        </p:nvSpPr>
        <p:spPr>
          <a:xfrm>
            <a:off x="12750800" y="5537200"/>
            <a:ext cx="2349500" cy="360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Your next big idea</a:t>
            </a:r>
            <a:endParaRPr lang="en-US" sz="18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4" name="TextBox 51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Themes, charts, and animations.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Speaker notes for your moment.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5" name="TextBox 52"/>
          <p:cNvSpPr txBox="1"/>
          <p:nvPr/>
        </p:nvSpPr>
        <p:spPr>
          <a:xfrm>
            <a:off x="914400" y="8305800"/>
            <a:ext cx="14427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PPTX  ·  THEMES  ·  CHARTS  ·  ANIMATIONS</a:t>
            </a:r>
            <a:endParaRPr lang="en-US" sz="18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4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03  /  MEET SHEETS</a:t>
            </a:r>
            <a:endParaRPr lang="en-US" sz="16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3" name="TextBox 55"/>
          <p:cNvSpPr txBox="1"/>
          <p:nvPr/>
        </p:nvSpPr>
        <p:spPr>
          <a:xfrm>
            <a:off x="914400" y="1600200"/>
            <a:ext cx="7747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Let the numbers</a:t>
            </a:r>
            <a:endParaRPr lang="en-US" sz="7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tell the story.</a:t>
            </a:r>
            <a:endParaRPr lang="en-US" sz="7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56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Organize your data.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Turn formulas into answers.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57"/>
          <p:cNvSpPr/>
          <p:nvPr/>
        </p:nvSpPr>
        <p:spPr>
          <a:xfrm>
            <a:off x="8305800" y="2235200"/>
            <a:ext cx="7035800" cy="4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58"/>
          <p:cNvSpPr/>
          <p:nvPr/>
        </p:nvSpPr>
        <p:spPr>
          <a:xfrm>
            <a:off x="8509000" y="2438400"/>
            <a:ext cx="6629400" cy="584200"/>
          </a:xfrm>
          <a:prstGeom prst="round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59"/>
          <p:cNvSpPr txBox="1"/>
          <p:nvPr/>
        </p:nvSpPr>
        <p:spPr>
          <a:xfrm>
            <a:off x="8712200" y="2540000"/>
            <a:ext cx="6223000" cy="66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fx    =SUM(C2:C4)</a:t>
            </a:r>
            <a:endParaRPr lang="en-US" sz="2200" b="0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8" name="Rectangle 60"/>
          <p:cNvSpPr/>
          <p:nvPr/>
        </p:nvSpPr>
        <p:spPr>
          <a:xfrm>
            <a:off x="8509000" y="3276600"/>
            <a:ext cx="6629400" cy="609600"/>
          </a:xfrm>
          <a:prstGeom prst="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61"/>
          <p:cNvSpPr txBox="1"/>
          <p:nvPr/>
        </p:nvSpPr>
        <p:spPr>
          <a:xfrm>
            <a:off x="87122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Project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0" name="TextBox 62"/>
          <p:cNvSpPr txBox="1"/>
          <p:nvPr/>
        </p:nvSpPr>
        <p:spPr>
          <a:xfrm>
            <a:off x="109220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Budget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1" name="TextBox 63"/>
          <p:cNvSpPr txBox="1"/>
          <p:nvPr/>
        </p:nvSpPr>
        <p:spPr>
          <a:xfrm>
            <a:off x="131318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Actual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2" name="Rectangle 64"/>
          <p:cNvSpPr/>
          <p:nvPr/>
        </p:nvSpPr>
        <p:spPr>
          <a:xfrm>
            <a:off x="8509000" y="38989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65"/>
          <p:cNvSpPr txBox="1"/>
          <p:nvPr/>
        </p:nvSpPr>
        <p:spPr>
          <a:xfrm>
            <a:off x="87122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Design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66"/>
          <p:cNvSpPr txBox="1"/>
          <p:nvPr/>
        </p:nvSpPr>
        <p:spPr>
          <a:xfrm>
            <a:off x="109220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2,400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5" name="TextBox 67"/>
          <p:cNvSpPr txBox="1"/>
          <p:nvPr/>
        </p:nvSpPr>
        <p:spPr>
          <a:xfrm>
            <a:off x="131318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2,100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6" name="Rectangle 68"/>
          <p:cNvSpPr/>
          <p:nvPr/>
        </p:nvSpPr>
        <p:spPr>
          <a:xfrm>
            <a:off x="8509000" y="45212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69"/>
          <p:cNvSpPr txBox="1"/>
          <p:nvPr/>
        </p:nvSpPr>
        <p:spPr>
          <a:xfrm>
            <a:off x="87122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Build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8" name="TextBox 70"/>
          <p:cNvSpPr txBox="1"/>
          <p:nvPr/>
        </p:nvSpPr>
        <p:spPr>
          <a:xfrm>
            <a:off x="109220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6,800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71"/>
          <p:cNvSpPr txBox="1"/>
          <p:nvPr/>
        </p:nvSpPr>
        <p:spPr>
          <a:xfrm>
            <a:off x="131318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6,500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0" name="Rectangle 72"/>
          <p:cNvSpPr/>
          <p:nvPr/>
        </p:nvSpPr>
        <p:spPr>
          <a:xfrm>
            <a:off x="8509000" y="51435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73"/>
          <p:cNvSpPr txBox="1"/>
          <p:nvPr/>
        </p:nvSpPr>
        <p:spPr>
          <a:xfrm>
            <a:off x="87122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Launch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2" name="TextBox 74"/>
          <p:cNvSpPr txBox="1"/>
          <p:nvPr/>
        </p:nvSpPr>
        <p:spPr>
          <a:xfrm>
            <a:off x="109220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1,800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3" name="TextBox 75"/>
          <p:cNvSpPr txBox="1"/>
          <p:nvPr/>
        </p:nvSpPr>
        <p:spPr>
          <a:xfrm>
            <a:off x="131318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1,400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4" name="Rectangle 76"/>
          <p:cNvSpPr/>
          <p:nvPr/>
        </p:nvSpPr>
        <p:spPr>
          <a:xfrm>
            <a:off x="8509000" y="5765800"/>
            <a:ext cx="6629400" cy="609600"/>
          </a:xfrm>
          <a:prstGeom prst="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5" name="TextBox 77"/>
          <p:cNvSpPr txBox="1"/>
          <p:nvPr/>
        </p:nvSpPr>
        <p:spPr>
          <a:xfrm>
            <a:off x="87122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Total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6" name="TextBox 78"/>
          <p:cNvSpPr txBox="1"/>
          <p:nvPr/>
        </p:nvSpPr>
        <p:spPr>
          <a:xfrm>
            <a:off x="109220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11,000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7" name="TextBox 79"/>
          <p:cNvSpPr txBox="1"/>
          <p:nvPr/>
        </p:nvSpPr>
        <p:spPr>
          <a:xfrm>
            <a:off x="131318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10,000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8" name="TextBox 80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Formulas, tables, and filters.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Keep the whole picture in view.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9" name="TextBox 81"/>
          <p:cNvSpPr txBox="1"/>
          <p:nvPr/>
        </p:nvSpPr>
        <p:spPr>
          <a:xfrm>
            <a:off x="914400" y="8305800"/>
            <a:ext cx="14427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XLSX  ·  CSV  ·  FORMULAS  ·  FILTERS</a:t>
            </a:r>
            <a:endParaRPr lang="en-US" sz="18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3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04  /  SIX PLATFORMS. ONE AMBITION.</a:t>
            </a:r>
            <a:endParaRPr lang="en-US" sz="16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84"/>
          <p:cNvSpPr txBox="1"/>
          <p:nvPr/>
        </p:nvSpPr>
        <p:spPr>
          <a:xfrm>
            <a:off x="914400" y="1879600"/>
            <a:ext cx="7239000" cy="726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office.</a:t>
            </a:r>
            <a:endParaRPr lang="en-US" sz="8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Everywhere.</a:t>
            </a:r>
            <a:endParaRPr lang="en-US" sz="8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85"/>
          <p:cNvSpPr txBox="1"/>
          <p:nvPr/>
        </p:nvSpPr>
        <p:spPr>
          <a:xfrm>
            <a:off x="914400" y="4965700"/>
            <a:ext cx="6350000" cy="417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At a desk. On the move.</a:t>
            </a:r>
            <a:endParaRPr lang="en-US" sz="3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In a browser.</a:t>
            </a:r>
            <a:endParaRPr lang="en-US" sz="3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86"/>
          <p:cNvSpPr/>
          <p:nvPr/>
        </p:nvSpPr>
        <p:spPr>
          <a:xfrm>
            <a:off x="8343900" y="19177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87"/>
          <p:cNvSpPr txBox="1"/>
          <p:nvPr/>
        </p:nvSpPr>
        <p:spPr>
          <a:xfrm>
            <a:off x="8572500" y="2070100"/>
            <a:ext cx="2832100" cy="707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macOS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7" name="TextBox 88"/>
          <p:cNvSpPr txBox="1"/>
          <p:nvPr/>
        </p:nvSpPr>
        <p:spPr>
          <a:xfrm>
            <a:off x="8572500" y="2819400"/>
            <a:ext cx="2832100" cy="632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8" name="Rounded Rectangle 89"/>
          <p:cNvSpPr/>
          <p:nvPr/>
        </p:nvSpPr>
        <p:spPr>
          <a:xfrm>
            <a:off x="11798300" y="19177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90"/>
          <p:cNvSpPr txBox="1"/>
          <p:nvPr/>
        </p:nvSpPr>
        <p:spPr>
          <a:xfrm>
            <a:off x="12026900" y="2070100"/>
            <a:ext cx="2832100" cy="707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Windows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0" name="TextBox 91"/>
          <p:cNvSpPr txBox="1"/>
          <p:nvPr/>
        </p:nvSpPr>
        <p:spPr>
          <a:xfrm>
            <a:off x="12026900" y="2819400"/>
            <a:ext cx="2832100" cy="632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92"/>
          <p:cNvSpPr/>
          <p:nvPr/>
        </p:nvSpPr>
        <p:spPr>
          <a:xfrm>
            <a:off x="8343900" y="37338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TextBox 93"/>
          <p:cNvSpPr txBox="1"/>
          <p:nvPr/>
        </p:nvSpPr>
        <p:spPr>
          <a:xfrm>
            <a:off x="8572500" y="3886200"/>
            <a:ext cx="2832100" cy="525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Linux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3" name="TextBox 94"/>
          <p:cNvSpPr txBox="1"/>
          <p:nvPr/>
        </p:nvSpPr>
        <p:spPr>
          <a:xfrm>
            <a:off x="8572500" y="4635500"/>
            <a:ext cx="2832100" cy="450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4" name="Rounded Rectangle 95"/>
          <p:cNvSpPr/>
          <p:nvPr/>
        </p:nvSpPr>
        <p:spPr>
          <a:xfrm>
            <a:off x="11798300" y="37338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5" name="TextBox 96"/>
          <p:cNvSpPr txBox="1"/>
          <p:nvPr/>
        </p:nvSpPr>
        <p:spPr>
          <a:xfrm>
            <a:off x="12026900" y="3886200"/>
            <a:ext cx="2832100" cy="525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iOS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6" name="TextBox 97"/>
          <p:cNvSpPr txBox="1"/>
          <p:nvPr/>
        </p:nvSpPr>
        <p:spPr>
          <a:xfrm>
            <a:off x="12026900" y="4635500"/>
            <a:ext cx="2832100" cy="450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7" name="Rounded Rectangle 98"/>
          <p:cNvSpPr/>
          <p:nvPr/>
        </p:nvSpPr>
        <p:spPr>
          <a:xfrm>
            <a:off x="8343900" y="55499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8" name="TextBox 99"/>
          <p:cNvSpPr txBox="1"/>
          <p:nvPr/>
        </p:nvSpPr>
        <p:spPr>
          <a:xfrm>
            <a:off x="8572500" y="5702300"/>
            <a:ext cx="2832100" cy="344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Android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100"/>
          <p:cNvSpPr txBox="1"/>
          <p:nvPr/>
        </p:nvSpPr>
        <p:spPr>
          <a:xfrm>
            <a:off x="8572500" y="6451600"/>
            <a:ext cx="28321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0" name="Rounded Rectangle 101"/>
          <p:cNvSpPr/>
          <p:nvPr/>
        </p:nvSpPr>
        <p:spPr>
          <a:xfrm>
            <a:off x="11798300" y="5549900"/>
            <a:ext cx="3162300" cy="15494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102"/>
          <p:cNvSpPr txBox="1"/>
          <p:nvPr/>
        </p:nvSpPr>
        <p:spPr>
          <a:xfrm>
            <a:off x="12026900" y="5702300"/>
            <a:ext cx="2832100" cy="344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endParaRPr lang="en-US" sz="33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2" name="TextBox 103"/>
          <p:cNvSpPr txBox="1"/>
          <p:nvPr/>
        </p:nvSpPr>
        <p:spPr>
          <a:xfrm>
            <a:off x="12026900" y="6451600"/>
            <a:ext cx="28321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In your browser</a:t>
            </a:r>
            <a:endParaRPr lang="en-US" sz="19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3" name="TextBox 104"/>
          <p:cNvSpPr txBox="1"/>
          <p:nvPr/>
        </p:nvSpPr>
        <p:spPr>
          <a:xfrm>
            <a:off x="914400" y="7950200"/>
            <a:ext cx="144272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Documents. Presentations. Spreadsheets.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Across your devices. Built in the open.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D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6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05  /  OPEN SOURCE. FROM THE START.</a:t>
            </a:r>
            <a:endParaRPr lang="en-US" sz="16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3" name="TextBox 107"/>
          <p:cNvSpPr txBox="1"/>
          <p:nvPr/>
        </p:nvSpPr>
        <p:spPr>
          <a:xfrm>
            <a:off x="914400" y="1778000"/>
            <a:ext cx="13208000" cy="736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Open code.</a:t>
            </a:r>
            <a:endParaRPr lang="en-US" sz="9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Shared ambition.</a:t>
            </a:r>
            <a:endParaRPr lang="en-US" sz="9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108"/>
          <p:cNvSpPr txBox="1"/>
          <p:nvPr/>
        </p:nvSpPr>
        <p:spPr>
          <a:xfrm>
            <a:off x="914400" y="5207000"/>
            <a:ext cx="14427200" cy="393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Read the code. Follow the progress.</a:t>
            </a:r>
            <a:endParaRPr lang="en-US" sz="31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Help shape what comes next.</a:t>
            </a:r>
            <a:endParaRPr lang="en-US" sz="31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</p:txBody>
      </p:sp>
      <p:sp>
        <p:nvSpPr>
          <p:cNvPr id="5" name="TextBox 109"/>
          <p:cNvSpPr txBox="1"/>
          <p:nvPr/>
        </p:nvSpPr>
        <p:spPr>
          <a:xfrm>
            <a:off x="914400" y="6477000"/>
            <a:ext cx="14427200" cy="266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github.com/starling-build/starling</a:t>
            </a:r>
            <a:endParaRPr lang="en-US" sz="2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110"/>
          <p:cNvSpPr txBox="1"/>
          <p:nvPr/>
        </p:nvSpPr>
        <p:spPr>
          <a:xfrm>
            <a:off x="914400" y="7239000"/>
            <a:ext cx="144272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Built on the Starling SDK.</a:t>
            </a:r>
            <a:endParaRPr lang="en-US" sz="24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Apache 2.0 licensed.</a:t>
            </a:r>
            <a:endParaRPr lang="en-US" sz="24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7" name="TextBox 111"/>
          <p:cNvSpPr txBox="1"/>
          <p:nvPr/>
        </p:nvSpPr>
        <p:spPr>
          <a:xfrm>
            <a:off x="914400" y="8394700"/>
            <a:ext cx="144272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WRITER  ·  SLIDES  ·  SHEETS</a:t>
            </a:r>
            <a:endParaRPr lang="en-US" sz="16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Starling Slides</Application>
  <Slides>6</Slides>
  <PresentationFormat>On-screen Show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2026-10-07T22:59:21Z</dcterms:created>
  <dcterms:modified xsi:type="dcterms:W3CDTF">2026-10-07T22:59:21Z</dcterms:modified>
</cp:coreProperties>
</file>