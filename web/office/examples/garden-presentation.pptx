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More hands. More possibilities.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</c:v>
                </c:pt>
              </c:strCache>
            </c:strRef>
          </c:tx>
          <c:spPr>
            <a:solidFill>
              <a:srgbClr val="DC623D"/>
            </a:solidFill>
          </c:spPr>
          <c:cat>
            <c:strRef>
              <c:f>Sheet1!$A$2:$A$4</c:f>
              <c:strCache>
                <c:ptCount val="3"/>
                <c:pt idx="0">
                  <c:v>Prepare</c:v>
                </c:pt>
                <c:pt idx="1">
                  <c:v>Plant</c:v>
                </c:pt>
                <c:pt idx="2">
                  <c:v>Grow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32</c:v>
                </c:pt>
                <c:pt idx="2">
                  <c:v>48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garden: six beds, a four-week opening plan, and room for everyone. These are illustrative planning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C6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C4328"/>
                </a:solidFill>
                <a:latin typeface="Calibri"/>
              </a:defRPr>
            </a:pPr>
            <a:r>
              <a:t>FIELD NOTES / COMMUNITY GARDEN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5486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192B40"/>
                </a:solidFill>
                <a:latin typeface="Calibri"/>
              </a:defRPr>
            </a:pPr>
            <a:r>
              <a:t>Good things</a:t>
            </a:r>
          </a:p>
          <a:p>
            <a:pPr>
              <a:defRPr sz="4200" b="1">
                <a:solidFill>
                  <a:srgbClr val="192B40"/>
                </a:solidFill>
                <a:latin typeface="Calibri"/>
              </a:defRPr>
            </a:pPr>
            <a:r>
              <a:t>grow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65760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92B40"/>
                </a:solidFill>
                <a:latin typeface="Calibri"/>
              </a:defRPr>
            </a:pPr>
            <a:r>
              <a:t>A shared space. A simple plan.</a:t>
            </a:r>
          </a:p>
          <a:p>
            <a:pPr>
              <a:defRPr sz="2200" b="0">
                <a:solidFill>
                  <a:srgbClr val="192B40"/>
                </a:solidFill>
                <a:latin typeface="Calibri"/>
              </a:defRPr>
            </a:pPr>
            <a:r>
              <a:t>A whole season of possibility.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21208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AC4328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806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92B40"/>
                </a:solidFill>
                <a:latin typeface="Calibri"/>
              </a:defRPr>
            </a:pPr>
            <a:r>
              <a:t>raised beds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521208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AC4328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5806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92B40"/>
                </a:solidFill>
                <a:latin typeface="Calibri"/>
              </a:defRPr>
            </a:pPr>
            <a:r>
              <a:t>weeks to open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521208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AC4328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5806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92B40"/>
                </a:solidFill>
                <a:latin typeface="Calibri"/>
              </a:defRPr>
            </a:pPr>
            <a:r>
              <a:t>community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400800" y="1554480"/>
          <a:ext cx="52120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C6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C4328"/>
                </a:solidFill>
                <a:latin typeface="Calibri"/>
              </a:defRPr>
            </a:pPr>
            <a:r>
              <a:t>FIELD NOTES /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92B40"/>
                </a:solidFill>
                <a:latin typeface="Calibri"/>
              </a:defRPr>
            </a:pPr>
            <a:r>
              <a:t>Make room for everyone.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0">
                <a:solidFill>
                  <a:srgbClr val="192B40"/>
                </a:solidFill>
                <a:latin typeface="Calibri"/>
              </a:defRPr>
            </a:pPr>
            <a:r>
              <a:t>Open mornings. Shared tools. Space to learn.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C6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C4328"/>
                </a:solidFill>
                <a:latin typeface="Calibri"/>
              </a:defRPr>
            </a:pPr>
            <a:r>
              <a:t>FIELD NOTES /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92B40"/>
                </a:solidFill>
                <a:latin typeface="Calibri"/>
              </a:defRPr>
            </a:pPr>
            <a:r>
              <a:t>Four weeks to a fresh start.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0">
                <a:solidFill>
                  <a:srgbClr val="192B40"/>
                </a:solidFill>
                <a:latin typeface="Calibri"/>
              </a:defRPr>
            </a:pPr>
            <a:r>
              <a:t>Listen → Build → Plant → Grow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C6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C4328"/>
                </a:solidFill>
                <a:latin typeface="Calibri"/>
              </a:defRPr>
            </a:pPr>
            <a:r>
              <a:t>FIELD NOTES /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92B40"/>
                </a:solidFill>
                <a:latin typeface="Calibri"/>
              </a:defRPr>
            </a:pPr>
            <a:r>
              <a:t>Let’s grow something good.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0">
                <a:solidFill>
                  <a:srgbClr val="192B40"/>
                </a:solidFill>
                <a:latin typeface="Calibri"/>
              </a:defRPr>
            </a:pPr>
            <a:r>
              <a:t>Bring an idea. Bring a neighbor. Start here.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